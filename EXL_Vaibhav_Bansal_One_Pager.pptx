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6"/>
  </p:notesMasterIdLst>
  <p:sldIdLst>
    <p:sldId id="385"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28" userDrawn="1">
          <p15:clr>
            <a:srgbClr val="A4A3A4"/>
          </p15:clr>
        </p15:guide>
        <p15:guide id="5" pos="3840" userDrawn="1">
          <p15:clr>
            <a:srgbClr val="A4A3A4"/>
          </p15:clr>
        </p15:guide>
        <p15:guide id="6" pos="7392" userDrawn="1">
          <p15:clr>
            <a:srgbClr val="A4A3A4"/>
          </p15:clr>
        </p15:guide>
        <p15:guide id="7" pos="288" userDrawn="1">
          <p15:clr>
            <a:srgbClr val="A4A3A4"/>
          </p15:clr>
        </p15:guide>
        <p15:guide id="8" pos="216" userDrawn="1">
          <p15:clr>
            <a:srgbClr val="A4A3A4"/>
          </p15:clr>
        </p15:guide>
        <p15:guide id="9"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EFF"/>
    <a:srgbClr val="FB4E0B"/>
    <a:srgbClr val="424242"/>
    <a:srgbClr val="FF40FF"/>
    <a:srgbClr val="FFB391"/>
    <a:srgbClr val="818181"/>
    <a:srgbClr val="ABABAB"/>
    <a:srgbClr val="FFCDAC"/>
    <a:srgbClr val="FF906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B3F4DE-B310-47DE-9C4F-BFF210A86BD7}" v="1" dt="2026-08-17T18:03:42.3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618" autoAdjust="0"/>
    <p:restoredTop sz="95918"/>
  </p:normalViewPr>
  <p:slideViewPr>
    <p:cSldViewPr snapToGrid="0" snapToObjects="1">
      <p:cViewPr varScale="1">
        <p:scale>
          <a:sx n="63" d="100"/>
          <a:sy n="63" d="100"/>
        </p:scale>
        <p:origin x="1124" y="32"/>
      </p:cViewPr>
      <p:guideLst>
        <p:guide orient="horz" pos="4128"/>
        <p:guide pos="3840"/>
        <p:guide pos="7392"/>
        <p:guide pos="288"/>
        <p:guide pos="216"/>
        <p:guide orient="horz" pos="2160"/>
      </p:guideLst>
    </p:cSldViewPr>
  </p:slideViewPr>
  <p:notesTextViewPr>
    <p:cViewPr>
      <p:scale>
        <a:sx n="1" d="1"/>
        <a:sy n="1" d="1"/>
      </p:scale>
      <p:origin x="0" y="0"/>
    </p:cViewPr>
  </p:notesTextViewPr>
  <p:sorterViewPr>
    <p:cViewPr>
      <p:scale>
        <a:sx n="86" d="100"/>
        <a:sy n="86" d="100"/>
      </p:scale>
      <p:origin x="0" y="0"/>
    </p:cViewPr>
  </p:sorterViewPr>
  <p:notesViewPr>
    <p:cSldViewPr snapToGrid="0" snapToObjects="1">
      <p:cViewPr varScale="1">
        <p:scale>
          <a:sx n="87" d="100"/>
          <a:sy n="87" d="100"/>
        </p:scale>
        <p:origin x="3712"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ibhav Bansal" userId="5c323ea5-97f9-4a29-8e3a-8b8f7979b3ee" providerId="ADAL" clId="{7F9736A4-A4C0-4FAC-B624-8A5D6FCA1F38}"/>
    <pc:docChg chg="modSld">
      <pc:chgData name="Vaibhav Bansal" userId="5c323ea5-97f9-4a29-8e3a-8b8f7979b3ee" providerId="ADAL" clId="{7F9736A4-A4C0-4FAC-B624-8A5D6FCA1F38}" dt="2026-08-17T18:04:19.257" v="12" actId="20577"/>
      <pc:docMkLst>
        <pc:docMk/>
      </pc:docMkLst>
      <pc:sldChg chg="modSp mod">
        <pc:chgData name="Vaibhav Bansal" userId="5c323ea5-97f9-4a29-8e3a-8b8f7979b3ee" providerId="ADAL" clId="{7F9736A4-A4C0-4FAC-B624-8A5D6FCA1F38}" dt="2026-08-17T18:04:19.257" v="12" actId="20577"/>
        <pc:sldMkLst>
          <pc:docMk/>
          <pc:sldMk cId="1107068283" sldId="385"/>
        </pc:sldMkLst>
        <pc:spChg chg="mod">
          <ac:chgData name="Vaibhav Bansal" userId="5c323ea5-97f9-4a29-8e3a-8b8f7979b3ee" providerId="ADAL" clId="{7F9736A4-A4C0-4FAC-B624-8A5D6FCA1F38}" dt="2026-08-17T18:04:19.257" v="12" actId="20577"/>
          <ac:spMkLst>
            <pc:docMk/>
            <pc:sldMk cId="1107068283" sldId="385"/>
            <ac:spMk id="30" creationId="{4D3CE9DB-5C39-F736-D2BA-6D77BF4C868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4D9FB6-F063-5E4C-8E15-DE2BAD5FDB90}" type="datetimeFigureOut">
              <a:rPr lang="en-US" smtClean="0"/>
              <a:t>8/17/2026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941F17-4160-ED44-996C-2E44614DC808}" type="slidenum">
              <a:rPr lang="en-US" smtClean="0"/>
              <a:t>‹#›</a:t>
            </a:fld>
            <a:endParaRPr lang="en-US" dirty="0"/>
          </a:p>
        </p:txBody>
      </p:sp>
    </p:spTree>
    <p:extLst>
      <p:ext uri="{BB962C8B-B14F-4D97-AF65-F5344CB8AC3E}">
        <p14:creationId xmlns:p14="http://schemas.microsoft.com/office/powerpoint/2010/main" val="3309279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Logo Orang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50621" y="89262"/>
            <a:ext cx="10490758" cy="6679475"/>
          </a:xfrm>
          <a:prstGeom prst="rect">
            <a:avLst/>
          </a:prstGeom>
        </p:spPr>
      </p:pic>
    </p:spTree>
    <p:extLst>
      <p:ext uri="{BB962C8B-B14F-4D97-AF65-F5344CB8AC3E}">
        <p14:creationId xmlns:p14="http://schemas.microsoft.com/office/powerpoint/2010/main" val="97455533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alk-In Logo Whit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50621" y="89262"/>
            <a:ext cx="10490758" cy="6679474"/>
          </a:xfrm>
          <a:prstGeom prst="rect">
            <a:avLst/>
          </a:prstGeom>
        </p:spPr>
      </p:pic>
    </p:spTree>
    <p:extLst>
      <p:ext uri="{BB962C8B-B14F-4D97-AF65-F5344CB8AC3E}">
        <p14:creationId xmlns:p14="http://schemas.microsoft.com/office/powerpoint/2010/main" val="1122447627"/>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Title Orang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lstStyle>
            <a:lvl1pPr algn="l">
              <a:lnSpc>
                <a:spcPct val="80000"/>
              </a:lnSpc>
              <a:defRPr sz="60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rmAutofit/>
          </a:bodyPr>
          <a:lstStyle>
            <a:lvl1pPr marL="0" indent="0" algn="l">
              <a:spcBef>
                <a:spcPts val="0"/>
              </a:spcBef>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378841678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Title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9" descr="Logo&#10;&#10;Description automatically generated">
            <a:extLst>
              <a:ext uri="{FF2B5EF4-FFF2-40B4-BE49-F238E27FC236}">
                <a16:creationId xmlns:a16="http://schemas.microsoft.com/office/drawing/2014/main" id="{55FCFE5F-EACE-DF4E-98EB-EB028DF66F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59193" y="6132957"/>
            <a:ext cx="990600" cy="635000"/>
          </a:xfrm>
          <a:prstGeom prst="rect">
            <a:avLst/>
          </a:prstGeom>
        </p:spPr>
      </p:pic>
    </p:spTree>
    <p:extLst>
      <p:ext uri="{BB962C8B-B14F-4D97-AF65-F5344CB8AC3E}">
        <p14:creationId xmlns:p14="http://schemas.microsoft.com/office/powerpoint/2010/main" val="230833486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Title White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dirty="0"/>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Text Placeholder 7">
            <a:extLst>
              <a:ext uri="{FF2B5EF4-FFF2-40B4-BE49-F238E27FC236}">
                <a16:creationId xmlns:a16="http://schemas.microsoft.com/office/drawing/2014/main" id="{87C4AD12-4ACC-C840-8312-C7E5355E4FF9}"/>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4044465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Title Orange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dirty="0"/>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Text Placeholder 7">
            <a:extLst>
              <a:ext uri="{FF2B5EF4-FFF2-40B4-BE49-F238E27FC236}">
                <a16:creationId xmlns:a16="http://schemas.microsoft.com/office/drawing/2014/main" id="{1697E121-414A-B041-84FF-D45B6A776BBE}"/>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1389755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Orang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57647"/>
            <a:ext cx="11277600" cy="936386"/>
          </a:xfrm>
        </p:spPr>
        <p:txBody>
          <a:bodyPr anchor="t" anchorCtr="0">
            <a:noAutofit/>
          </a:bodyPr>
          <a:lstStyle>
            <a:lvl1pPr algn="l">
              <a:lnSpc>
                <a:spcPct val="80000"/>
              </a:lnSpc>
              <a:defRPr sz="54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1854927"/>
            <a:ext cx="5638801" cy="4124768"/>
          </a:xfrm>
        </p:spPr>
        <p:txBody>
          <a:bodyPr>
            <a:noAutofit/>
          </a:bodyPr>
          <a:lstStyle>
            <a:lvl1pPr marL="0" indent="0" algn="l">
              <a:spcBef>
                <a:spcPts val="0"/>
              </a:spcBef>
              <a:spcAft>
                <a:spcPts val="900"/>
              </a:spcAft>
              <a:buNone/>
              <a:defRPr sz="1600" b="0" i="0">
                <a:solidFill>
                  <a:schemeClr val="tx1"/>
                </a:solidFill>
                <a:latin typeface="+mn-lt"/>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4038599" y="6394198"/>
            <a:ext cx="6376317" cy="182358"/>
          </a:xfrm>
        </p:spPr>
        <p:txBody>
          <a:bodyPr>
            <a:noAutofit/>
          </a:bodyPr>
          <a:lstStyle>
            <a:lvl1pPr algn="r">
              <a:defRPr sz="800"/>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lvl1pPr>
          </a:lstStyle>
          <a:p>
            <a:fld id="{CCA08CA8-4222-D24F-ACDB-33341C247B6F}" type="slidenum">
              <a:rPr lang="en-US" smtClean="0"/>
              <a:pPr/>
              <a:t>‹#›</a:t>
            </a:fld>
            <a:endParaRPr lang="en-US" dirty="0"/>
          </a:p>
        </p:txBody>
      </p:sp>
    </p:spTree>
    <p:extLst>
      <p:ext uri="{BB962C8B-B14F-4D97-AF65-F5344CB8AC3E}">
        <p14:creationId xmlns:p14="http://schemas.microsoft.com/office/powerpoint/2010/main" val="2961430077"/>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57647"/>
            <a:ext cx="11277600" cy="936386"/>
          </a:xfrm>
        </p:spPr>
        <p:txBody>
          <a:bodyPr anchor="t" anchorCtr="0">
            <a:noAutofit/>
          </a:bodyPr>
          <a:lstStyle>
            <a:lvl1pPr algn="l">
              <a:lnSpc>
                <a:spcPct val="80000"/>
              </a:lnSpc>
              <a:defRPr sz="54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1854927"/>
            <a:ext cx="5638801" cy="4124768"/>
          </a:xfrm>
        </p:spPr>
        <p:txBody>
          <a:bodyPr>
            <a:noAutofit/>
          </a:bodyPr>
          <a:lstStyle>
            <a:lvl1pPr marL="0" indent="0" algn="l">
              <a:spcBef>
                <a:spcPts val="0"/>
              </a:spcBef>
              <a:spcAft>
                <a:spcPts val="900"/>
              </a:spcAft>
              <a:buClr>
                <a:schemeClr val="tx2"/>
              </a:buClr>
              <a:buFont typeface="Arial" panose="020B0604020202020204" pitchFamily="34" charset="0"/>
              <a:buNone/>
              <a:defRPr sz="1600" b="0" i="0">
                <a:solidFill>
                  <a:schemeClr val="tx2"/>
                </a:solidFill>
                <a:latin typeface="+mn-lt"/>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4038599" y="6394198"/>
            <a:ext cx="6376317" cy="182358"/>
          </a:xfrm>
        </p:spPr>
        <p:txBody>
          <a:bodyPr>
            <a:noAutofit/>
          </a:bodyPr>
          <a:lstStyle>
            <a:lvl1pPr algn="r">
              <a:defRPr sz="800"/>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lvl1pPr>
          </a:lstStyle>
          <a:p>
            <a:fld id="{CCA08CA8-4222-D24F-ACDB-33341C247B6F}" type="slidenum">
              <a:rPr lang="en-US" smtClean="0"/>
              <a:pPr/>
              <a:t>‹#›</a:t>
            </a:fld>
            <a:endParaRPr lang="en-US" dirty="0"/>
          </a:p>
        </p:txBody>
      </p:sp>
    </p:spTree>
    <p:extLst>
      <p:ext uri="{BB962C8B-B14F-4D97-AF65-F5344CB8AC3E}">
        <p14:creationId xmlns:p14="http://schemas.microsoft.com/office/powerpoint/2010/main" val="268953585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eder Title Orange Triangles">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5" name="Group 4">
            <a:extLst>
              <a:ext uri="{FF2B5EF4-FFF2-40B4-BE49-F238E27FC236}">
                <a16:creationId xmlns:a16="http://schemas.microsoft.com/office/drawing/2014/main" id="{B5E7F613-476C-024A-86BD-E0B81985C92A}"/>
              </a:ext>
            </a:extLst>
          </p:cNvPr>
          <p:cNvGrpSpPr/>
          <p:nvPr userDrawn="1"/>
        </p:nvGrpSpPr>
        <p:grpSpPr>
          <a:xfrm>
            <a:off x="1466513" y="1697519"/>
            <a:ext cx="4045461" cy="3447288"/>
            <a:chOff x="4060628" y="1718294"/>
            <a:chExt cx="4045461" cy="3443084"/>
          </a:xfrm>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782087288"/>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eder Orange Triangles">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5" name="Group 4">
            <a:extLst>
              <a:ext uri="{FF2B5EF4-FFF2-40B4-BE49-F238E27FC236}">
                <a16:creationId xmlns:a16="http://schemas.microsoft.com/office/drawing/2014/main" id="{B5E7F613-476C-024A-86BD-E0B81985C92A}"/>
              </a:ext>
            </a:extLst>
          </p:cNvPr>
          <p:cNvGrpSpPr/>
          <p:nvPr userDrawn="1"/>
        </p:nvGrpSpPr>
        <p:grpSpPr>
          <a:xfrm>
            <a:off x="4073269" y="1697519"/>
            <a:ext cx="4045461" cy="3447288"/>
            <a:chOff x="4060628" y="1718294"/>
            <a:chExt cx="4045461" cy="3443084"/>
          </a:xfrm>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586330563"/>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eder Title Orange Equal">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9" name="Group 8">
            <a:extLst>
              <a:ext uri="{FF2B5EF4-FFF2-40B4-BE49-F238E27FC236}">
                <a16:creationId xmlns:a16="http://schemas.microsoft.com/office/drawing/2014/main" id="{E24079B7-DED0-A141-996D-10B033A8EF11}"/>
              </a:ext>
            </a:extLst>
          </p:cNvPr>
          <p:cNvGrpSpPr/>
          <p:nvPr userDrawn="1"/>
        </p:nvGrpSpPr>
        <p:grpSpPr>
          <a:xfrm>
            <a:off x="1898373" y="1885950"/>
            <a:ext cx="3276600" cy="3086100"/>
            <a:chOff x="8458200" y="712595"/>
            <a:chExt cx="3276600" cy="3086100"/>
          </a:xfrm>
        </p:grpSpPr>
        <p:sp>
          <p:nvSpPr>
            <p:cNvPr id="10" name="Rectangle 9">
              <a:extLst>
                <a:ext uri="{FF2B5EF4-FFF2-40B4-BE49-F238E27FC236}">
                  <a16:creationId xmlns:a16="http://schemas.microsoft.com/office/drawing/2014/main" id="{4D6097F1-77CB-614C-8D9A-D22DE9EB1D4E}"/>
                </a:ext>
              </a:extLst>
            </p:cNvPr>
            <p:cNvSpPr/>
            <p:nvPr/>
          </p:nvSpPr>
          <p:spPr>
            <a:xfrm>
              <a:off x="8458200" y="712595"/>
              <a:ext cx="3276600" cy="1117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993C0F23-DCDB-7346-9A4D-355EC7892B7F}"/>
                </a:ext>
              </a:extLst>
            </p:cNvPr>
            <p:cNvSpPr/>
            <p:nvPr/>
          </p:nvSpPr>
          <p:spPr>
            <a:xfrm>
              <a:off x="8458200" y="2681095"/>
              <a:ext cx="3276600" cy="1117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09505483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eder Orange Equal">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9" name="Group 8">
            <a:extLst>
              <a:ext uri="{FF2B5EF4-FFF2-40B4-BE49-F238E27FC236}">
                <a16:creationId xmlns:a16="http://schemas.microsoft.com/office/drawing/2014/main" id="{E24079B7-DED0-A141-996D-10B033A8EF11}"/>
              </a:ext>
            </a:extLst>
          </p:cNvPr>
          <p:cNvGrpSpPr/>
          <p:nvPr userDrawn="1"/>
        </p:nvGrpSpPr>
        <p:grpSpPr>
          <a:xfrm>
            <a:off x="4452728" y="1885950"/>
            <a:ext cx="3276600" cy="3086100"/>
            <a:chOff x="8458200" y="712595"/>
            <a:chExt cx="3276600" cy="3086100"/>
          </a:xfrm>
        </p:grpSpPr>
        <p:sp>
          <p:nvSpPr>
            <p:cNvPr id="10" name="Rectangle 9">
              <a:extLst>
                <a:ext uri="{FF2B5EF4-FFF2-40B4-BE49-F238E27FC236}">
                  <a16:creationId xmlns:a16="http://schemas.microsoft.com/office/drawing/2014/main" id="{4D6097F1-77CB-614C-8D9A-D22DE9EB1D4E}"/>
                </a:ext>
              </a:extLst>
            </p:cNvPr>
            <p:cNvSpPr/>
            <p:nvPr/>
          </p:nvSpPr>
          <p:spPr>
            <a:xfrm>
              <a:off x="8458200" y="712595"/>
              <a:ext cx="3276600" cy="1117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993C0F23-DCDB-7346-9A4D-355EC7892B7F}"/>
                </a:ext>
              </a:extLst>
            </p:cNvPr>
            <p:cNvSpPr/>
            <p:nvPr/>
          </p:nvSpPr>
          <p:spPr>
            <a:xfrm>
              <a:off x="8458200" y="2681095"/>
              <a:ext cx="3276600" cy="1117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892760924"/>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eder Title Orange Triang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7" name="Triangle 6">
            <a:extLst>
              <a:ext uri="{FF2B5EF4-FFF2-40B4-BE49-F238E27FC236}">
                <a16:creationId xmlns:a16="http://schemas.microsoft.com/office/drawing/2014/main" id="{72E8C509-1DC7-C148-88B2-FE551A1ED0F9}"/>
              </a:ext>
            </a:extLst>
          </p:cNvPr>
          <p:cNvSpPr/>
          <p:nvPr userDrawn="1"/>
        </p:nvSpPr>
        <p:spPr>
          <a:xfrm>
            <a:off x="1269724" y="1864380"/>
            <a:ext cx="4114800" cy="31623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54065436"/>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eder Orange Triangle">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7" name="Triangle 6">
            <a:extLst>
              <a:ext uri="{FF2B5EF4-FFF2-40B4-BE49-F238E27FC236}">
                <a16:creationId xmlns:a16="http://schemas.microsoft.com/office/drawing/2014/main" id="{72E8C509-1DC7-C148-88B2-FE551A1ED0F9}"/>
              </a:ext>
            </a:extLst>
          </p:cNvPr>
          <p:cNvSpPr/>
          <p:nvPr userDrawn="1"/>
        </p:nvSpPr>
        <p:spPr>
          <a:xfrm>
            <a:off x="4038600" y="1864380"/>
            <a:ext cx="4114800" cy="31623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57543033"/>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eder Title Pictur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93EB44E-E9F3-8842-B537-69D4B697C4AC}"/>
              </a:ext>
            </a:extLst>
          </p:cNvPr>
          <p:cNvSpPr>
            <a:spLocks noGrp="1"/>
          </p:cNvSpPr>
          <p:nvPr>
            <p:ph type="pic" sz="quarter" idx="12" hasCustomPrompt="1"/>
          </p:nvPr>
        </p:nvSpPr>
        <p:spPr>
          <a:xfrm>
            <a:off x="0" y="0"/>
            <a:ext cx="12192000" cy="6858000"/>
          </a:xfrm>
        </p:spPr>
        <p:txBody>
          <a:bodyPr tIns="1097280"/>
          <a:lstStyle>
            <a:lvl1pPr marL="0" indent="0" algn="ctr">
              <a:buNone/>
              <a:defRPr/>
            </a:lvl1pPr>
          </a:lstStyle>
          <a:p>
            <a:r>
              <a:rPr lang="en-US" dirty="0"/>
              <a:t>Insert Picture</a:t>
            </a:r>
          </a:p>
        </p:txBody>
      </p:sp>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7">
            <a:extLst>
              <a:ext uri="{FF2B5EF4-FFF2-40B4-BE49-F238E27FC236}">
                <a16:creationId xmlns:a16="http://schemas.microsoft.com/office/drawing/2014/main" id="{64E7516A-EF6D-1A45-8147-27BA6599CE8D}"/>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15745958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 Orange 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85900"/>
            <a:ext cx="11277600" cy="1156792"/>
          </a:xfrm>
        </p:spPr>
        <p:txBody>
          <a:bodyPr anchor="t" anchorCtr="0">
            <a:noAutofit/>
          </a:bodyPr>
          <a:lstStyle>
            <a:lvl1pPr algn="l">
              <a:lnSpc>
                <a:spcPct val="80000"/>
              </a:lnSpc>
              <a:defRPr sz="44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4038599" y="6394198"/>
            <a:ext cx="6376317" cy="182358"/>
          </a:xfrm>
        </p:spPr>
        <p:txBody>
          <a:bodyPr>
            <a:noAutofit/>
          </a:bodyPr>
          <a:lstStyle>
            <a:lvl1pPr algn="r">
              <a:defRPr sz="800"/>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11277598"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57200" y="3429000"/>
            <a:ext cx="4681538" cy="2703513"/>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0">
            <a:extLst>
              <a:ext uri="{FF2B5EF4-FFF2-40B4-BE49-F238E27FC236}">
                <a16:creationId xmlns:a16="http://schemas.microsoft.com/office/drawing/2014/main" id="{AC721370-A066-1746-BA51-66EDC940D61F}"/>
              </a:ext>
            </a:extLst>
          </p:cNvPr>
          <p:cNvSpPr>
            <a:spLocks noGrp="1"/>
          </p:cNvSpPr>
          <p:nvPr>
            <p:ph type="body" sz="quarter" idx="16" hasCustomPrompt="1"/>
          </p:nvPr>
        </p:nvSpPr>
        <p:spPr>
          <a:xfrm>
            <a:off x="457200" y="2795955"/>
            <a:ext cx="4681538"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dirty="0"/>
              <a:t>Click to edit Master subtitle style</a:t>
            </a:r>
          </a:p>
        </p:txBody>
      </p:sp>
      <p:sp>
        <p:nvSpPr>
          <p:cNvPr id="18" name="Text Placeholder 10">
            <a:extLst>
              <a:ext uri="{FF2B5EF4-FFF2-40B4-BE49-F238E27FC236}">
                <a16:creationId xmlns:a16="http://schemas.microsoft.com/office/drawing/2014/main" id="{17DBF118-A9A3-6B4A-8D6F-DCD3478E9D94}"/>
              </a:ext>
            </a:extLst>
          </p:cNvPr>
          <p:cNvSpPr>
            <a:spLocks noGrp="1"/>
          </p:cNvSpPr>
          <p:nvPr>
            <p:ph type="body" sz="quarter" idx="17" hasCustomPrompt="1"/>
          </p:nvPr>
        </p:nvSpPr>
        <p:spPr>
          <a:xfrm>
            <a:off x="5689600" y="2795955"/>
            <a:ext cx="4681538"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dirty="0"/>
              <a:t>Click to edit Master subtitle style</a:t>
            </a:r>
          </a:p>
        </p:txBody>
      </p:sp>
      <p:sp>
        <p:nvSpPr>
          <p:cNvPr id="12" name="Text Placeholder 10">
            <a:extLst>
              <a:ext uri="{FF2B5EF4-FFF2-40B4-BE49-F238E27FC236}">
                <a16:creationId xmlns:a16="http://schemas.microsoft.com/office/drawing/2014/main" id="{8F18C260-6B13-674E-A152-F60D988656D0}"/>
              </a:ext>
            </a:extLst>
          </p:cNvPr>
          <p:cNvSpPr>
            <a:spLocks noGrp="1"/>
          </p:cNvSpPr>
          <p:nvPr>
            <p:ph type="body" sz="quarter" idx="18"/>
          </p:nvPr>
        </p:nvSpPr>
        <p:spPr>
          <a:xfrm>
            <a:off x="5678556" y="3429000"/>
            <a:ext cx="4681538" cy="2703513"/>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58343694"/>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lumn Silde Orang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1485900"/>
            <a:ext cx="3679371" cy="4455656"/>
          </a:xfrm>
        </p:spPr>
        <p:txBody>
          <a:bodyPr anchor="t" anchorCtr="0">
            <a:no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804228" y="2111742"/>
            <a:ext cx="5075267" cy="3829814"/>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8F428F49-45F0-DB43-8B02-D7D8003DA045}"/>
              </a:ext>
            </a:extLst>
          </p:cNvPr>
          <p:cNvSpPr>
            <a:spLocks noGrp="1"/>
          </p:cNvSpPr>
          <p:nvPr>
            <p:ph type="body" sz="quarter" idx="16" hasCustomPrompt="1"/>
          </p:nvPr>
        </p:nvSpPr>
        <p:spPr>
          <a:xfrm>
            <a:off x="4804229" y="1478697"/>
            <a:ext cx="5075266"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dirty="0"/>
              <a:t>Click to edit Master subtitle style</a:t>
            </a:r>
          </a:p>
        </p:txBody>
      </p:sp>
    </p:spTree>
    <p:extLst>
      <p:ext uri="{BB962C8B-B14F-4D97-AF65-F5344CB8AC3E}">
        <p14:creationId xmlns:p14="http://schemas.microsoft.com/office/powerpoint/2010/main" val="1151915494"/>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lumn Silde Gray">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1485900"/>
            <a:ext cx="3679371" cy="4455656"/>
          </a:xfrm>
        </p:spPr>
        <p:txBody>
          <a:bodyPr anchor="t" anchorCtr="0">
            <a:no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0" name="Text Placeholder 10">
            <a:extLst>
              <a:ext uri="{FF2B5EF4-FFF2-40B4-BE49-F238E27FC236}">
                <a16:creationId xmlns:a16="http://schemas.microsoft.com/office/drawing/2014/main" id="{610404DB-54A2-CE45-953F-33A259AD37BC}"/>
              </a:ext>
            </a:extLst>
          </p:cNvPr>
          <p:cNvSpPr>
            <a:spLocks noGrp="1"/>
          </p:cNvSpPr>
          <p:nvPr>
            <p:ph type="body" sz="quarter" idx="14"/>
          </p:nvPr>
        </p:nvSpPr>
        <p:spPr>
          <a:xfrm>
            <a:off x="4804228" y="2111742"/>
            <a:ext cx="5075267" cy="3829814"/>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66B11282-4214-3B44-B17C-9B2CB6A7899D}"/>
              </a:ext>
            </a:extLst>
          </p:cNvPr>
          <p:cNvSpPr>
            <a:spLocks noGrp="1"/>
          </p:cNvSpPr>
          <p:nvPr>
            <p:ph type="body" sz="quarter" idx="16" hasCustomPrompt="1"/>
          </p:nvPr>
        </p:nvSpPr>
        <p:spPr>
          <a:xfrm>
            <a:off x="4804229" y="1478697"/>
            <a:ext cx="5075266"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dirty="0"/>
              <a:t>Click to edit Master subtitle style</a:t>
            </a:r>
          </a:p>
        </p:txBody>
      </p:sp>
    </p:spTree>
    <p:extLst>
      <p:ext uri="{BB962C8B-B14F-4D97-AF65-F5344CB8AC3E}">
        <p14:creationId xmlns:p14="http://schemas.microsoft.com/office/powerpoint/2010/main" val="2461158295"/>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lumn Subhead Silde Black">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1485900"/>
            <a:ext cx="3679371" cy="4455656"/>
          </a:xfrm>
        </p:spPr>
        <p:txBody>
          <a:bodyPr anchor="t" anchorCtr="0">
            <a:no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0" name="Text Placeholder 10">
            <a:extLst>
              <a:ext uri="{FF2B5EF4-FFF2-40B4-BE49-F238E27FC236}">
                <a16:creationId xmlns:a16="http://schemas.microsoft.com/office/drawing/2014/main" id="{E2DB3808-ED75-B640-8FA2-DE1A46107966}"/>
              </a:ext>
            </a:extLst>
          </p:cNvPr>
          <p:cNvSpPr>
            <a:spLocks noGrp="1"/>
          </p:cNvSpPr>
          <p:nvPr>
            <p:ph type="body" sz="quarter" idx="14"/>
          </p:nvPr>
        </p:nvSpPr>
        <p:spPr>
          <a:xfrm>
            <a:off x="4804228" y="2111742"/>
            <a:ext cx="5075267" cy="3829814"/>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02D463CD-9D09-C54A-A67B-EFECE519AD9D}"/>
              </a:ext>
            </a:extLst>
          </p:cNvPr>
          <p:cNvSpPr>
            <a:spLocks noGrp="1"/>
          </p:cNvSpPr>
          <p:nvPr>
            <p:ph type="body" sz="quarter" idx="16" hasCustomPrompt="1"/>
          </p:nvPr>
        </p:nvSpPr>
        <p:spPr>
          <a:xfrm>
            <a:off x="4804229" y="1478697"/>
            <a:ext cx="5075266"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dirty="0"/>
              <a:t>Click to edit Master subtitle style</a:t>
            </a:r>
          </a:p>
        </p:txBody>
      </p:sp>
    </p:spTree>
    <p:extLst>
      <p:ext uri="{BB962C8B-B14F-4D97-AF65-F5344CB8AC3E}">
        <p14:creationId xmlns:p14="http://schemas.microsoft.com/office/powerpoint/2010/main" val="559488546"/>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 Silde Black">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1485900"/>
            <a:ext cx="3679371" cy="4455656"/>
          </a:xfrm>
        </p:spPr>
        <p:txBody>
          <a:bodyPr anchor="t" anchorCtr="0">
            <a:no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0" name="Text Placeholder 10">
            <a:extLst>
              <a:ext uri="{FF2B5EF4-FFF2-40B4-BE49-F238E27FC236}">
                <a16:creationId xmlns:a16="http://schemas.microsoft.com/office/drawing/2014/main" id="{E2DB3808-ED75-B640-8FA2-DE1A46107966}"/>
              </a:ext>
            </a:extLst>
          </p:cNvPr>
          <p:cNvSpPr>
            <a:spLocks noGrp="1"/>
          </p:cNvSpPr>
          <p:nvPr>
            <p:ph type="body" sz="quarter" idx="14"/>
          </p:nvPr>
        </p:nvSpPr>
        <p:spPr>
          <a:xfrm>
            <a:off x="4804228" y="2815032"/>
            <a:ext cx="4433105" cy="3126524"/>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63584549"/>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One Column Silde Orange Picture">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3B1206E-A64A-F045-95E1-24068C9F08E7}"/>
              </a:ext>
            </a:extLst>
          </p:cNvPr>
          <p:cNvSpPr>
            <a:spLocks noGrp="1"/>
          </p:cNvSpPr>
          <p:nvPr>
            <p:ph type="pic" sz="quarter" idx="15" hasCustomPrompt="1"/>
          </p:nvPr>
        </p:nvSpPr>
        <p:spPr>
          <a:xfrm>
            <a:off x="4433888" y="0"/>
            <a:ext cx="7758112" cy="6858000"/>
          </a:xfrm>
          <a:solidFill>
            <a:schemeClr val="accent6"/>
          </a:solidFill>
        </p:spPr>
        <p:txBody>
          <a:bodyPr anchor="ctr" anchorCtr="0"/>
          <a:lstStyle>
            <a:lvl1pPr marL="0" indent="0" algn="ctr">
              <a:buNone/>
              <a:defRPr/>
            </a:lvl1pPr>
          </a:lstStyle>
          <a:p>
            <a:r>
              <a:rPr lang="en-US" dirty="0"/>
              <a:t>Insert Picture</a:t>
            </a:r>
          </a:p>
        </p:txBody>
      </p:sp>
      <p:sp>
        <p:nvSpPr>
          <p:cNvPr id="10" name="Rectangle 9">
            <a:extLst>
              <a:ext uri="{FF2B5EF4-FFF2-40B4-BE49-F238E27FC236}">
                <a16:creationId xmlns:a16="http://schemas.microsoft.com/office/drawing/2014/main" id="{F3400FEE-AF2A-4A4C-A689-68AC86084282}"/>
              </a:ext>
            </a:extLst>
          </p:cNvPr>
          <p:cNvSpPr/>
          <p:nvPr userDrawn="1"/>
        </p:nvSpPr>
        <p:spPr>
          <a:xfrm>
            <a:off x="-1" y="0"/>
            <a:ext cx="443310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1485900"/>
            <a:ext cx="3679371" cy="1649186"/>
          </a:xfrm>
        </p:spPr>
        <p:txBody>
          <a:bodyPr anchor="t" anchorCtr="0">
            <a:noAutofit/>
          </a:bodyPr>
          <a:lstStyle>
            <a:lvl1pPr algn="l">
              <a:lnSpc>
                <a:spcPct val="80000"/>
              </a:lnSpc>
              <a:defRPr sz="4400">
                <a:solidFill>
                  <a:schemeClr val="bg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solidFill>
                  <a:schemeClr val="bg1"/>
                </a:solidFill>
              </a:defRPr>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solidFill>
                  <a:schemeClr val="bg1"/>
                </a:solidFill>
              </a:defRPr>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6" name="Text Placeholder 5">
            <a:extLst>
              <a:ext uri="{FF2B5EF4-FFF2-40B4-BE49-F238E27FC236}">
                <a16:creationId xmlns:a16="http://schemas.microsoft.com/office/drawing/2014/main" id="{06621137-81BE-E247-928E-32116562395A}"/>
              </a:ext>
            </a:extLst>
          </p:cNvPr>
          <p:cNvSpPr>
            <a:spLocks noGrp="1"/>
          </p:cNvSpPr>
          <p:nvPr>
            <p:ph type="body" sz="quarter" idx="14"/>
          </p:nvPr>
        </p:nvSpPr>
        <p:spPr>
          <a:xfrm>
            <a:off x="457200" y="3234979"/>
            <a:ext cx="3679825" cy="3159220"/>
          </a:xfrm>
        </p:spPr>
        <p:txBody>
          <a:bodyPr/>
          <a:lstStyle>
            <a:lvl1pPr marL="0" indent="0">
              <a:spcBef>
                <a:spcPts val="0"/>
              </a:spcBef>
              <a:spcAft>
                <a:spcPts val="400"/>
              </a:spcAft>
              <a:buNone/>
              <a:defRPr sz="1800">
                <a:solidFill>
                  <a:schemeClr val="bg1"/>
                </a:solidFill>
                <a:latin typeface="+mj-lt"/>
              </a:defRPr>
            </a:lvl1pPr>
            <a:lvl2pPr marL="228600" indent="-222250">
              <a:spcBef>
                <a:spcPts val="0"/>
              </a:spcBef>
              <a:spcAft>
                <a:spcPts val="400"/>
              </a:spcAft>
              <a:tabLst/>
              <a:defRPr sz="1800">
                <a:solidFill>
                  <a:schemeClr val="bg1"/>
                </a:solidFill>
                <a:latin typeface="+mj-lt"/>
              </a:defRPr>
            </a:lvl2pPr>
            <a:lvl3pPr marL="519113" indent="-274638">
              <a:spcBef>
                <a:spcPts val="0"/>
              </a:spcBef>
              <a:spcAft>
                <a:spcPts val="400"/>
              </a:spcAft>
              <a:tabLst/>
              <a:defRPr sz="1800">
                <a:solidFill>
                  <a:schemeClr val="bg1"/>
                </a:solidFill>
                <a:latin typeface="+mj-lt"/>
              </a:defRPr>
            </a:lvl3pPr>
            <a:lvl4pPr marL="803275" indent="-238125">
              <a:spcBef>
                <a:spcPts val="0"/>
              </a:spcBef>
              <a:spcAft>
                <a:spcPts val="400"/>
              </a:spcAft>
              <a:tabLst/>
              <a:defRPr sz="1800">
                <a:solidFill>
                  <a:schemeClr val="bg1"/>
                </a:solidFill>
                <a:latin typeface="+mj-lt"/>
              </a:defRPr>
            </a:lvl4pPr>
            <a:lvl5pPr marL="1085850" indent="-276225">
              <a:spcBef>
                <a:spcPts val="0"/>
              </a:spcBef>
              <a:spcAft>
                <a:spcPts val="400"/>
              </a:spcAft>
              <a:tabLst/>
              <a:defRPr sz="1800">
                <a:solidFill>
                  <a:schemeClr val="bg1"/>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7">
            <a:extLst>
              <a:ext uri="{FF2B5EF4-FFF2-40B4-BE49-F238E27FC236}">
                <a16:creationId xmlns:a16="http://schemas.microsoft.com/office/drawing/2014/main" id="{58AB0188-0104-FB47-ADB6-72A9A5869AD9}"/>
              </a:ext>
            </a:extLst>
          </p:cNvPr>
          <p:cNvSpPr>
            <a:spLocks noGrp="1"/>
          </p:cNvSpPr>
          <p:nvPr>
            <p:ph type="body" sz="quarter" idx="16"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3211801618"/>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One Column Silde Pictur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85900"/>
            <a:ext cx="3679371" cy="4455656"/>
          </a:xfrm>
        </p:spPr>
        <p:txBody>
          <a:bodyPr anchor="t" anchorCtr="0">
            <a:noAutofit/>
          </a:bodyPr>
          <a:lstStyle>
            <a:lvl1pPr algn="l">
              <a:lnSpc>
                <a:spcPct val="80000"/>
              </a:lnSpc>
              <a:defRPr sz="44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433888" y="457200"/>
            <a:ext cx="7300912" cy="5484813"/>
          </a:xfrm>
          <a:solidFill>
            <a:schemeClr val="bg1"/>
          </a:solidFill>
        </p:spPr>
        <p:txBody>
          <a:bodyPr anchor="ctr" anchorCtr="0"/>
          <a:lstStyle>
            <a:lvl1pPr marL="0" indent="0" algn="ctr">
              <a:buNone/>
              <a:defRPr sz="1600"/>
            </a:lvl1pPr>
          </a:lstStyle>
          <a:p>
            <a:pPr lvl="0"/>
            <a:r>
              <a:rPr lang="en-US" dirty="0"/>
              <a:t>Insert infographics within this area</a:t>
            </a:r>
          </a:p>
        </p:txBody>
      </p:sp>
    </p:spTree>
    <p:extLst>
      <p:ext uri="{BB962C8B-B14F-4D97-AF65-F5344CB8AC3E}">
        <p14:creationId xmlns:p14="http://schemas.microsoft.com/office/powerpoint/2010/main" val="125508346"/>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One Column Content">
    <p:bg>
      <p:bgRef idx="1001">
        <a:schemeClr val="bg1"/>
      </p:bgRef>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57200" y="1415144"/>
            <a:ext cx="11277600" cy="4717813"/>
          </a:xfrm>
          <a:noFill/>
        </p:spPr>
        <p:txBody>
          <a:bodyPr anchor="ctr" anchorCtr="0"/>
          <a:lstStyle>
            <a:lvl1pPr marL="0" indent="0" algn="ctr">
              <a:buNone/>
              <a:defRPr sz="1600"/>
            </a:lvl1pPr>
          </a:lstStyle>
          <a:p>
            <a:pPr lvl="0"/>
            <a:r>
              <a:rPr lang="en-US" dirty="0"/>
              <a:t>Insert infographics within this area</a:t>
            </a:r>
          </a:p>
        </p:txBody>
      </p:sp>
      <p:sp>
        <p:nvSpPr>
          <p:cNvPr id="2" name="Title 1"/>
          <p:cNvSpPr>
            <a:spLocks noGrp="1"/>
          </p:cNvSpPr>
          <p:nvPr>
            <p:ph type="ctrTitle"/>
          </p:nvPr>
        </p:nvSpPr>
        <p:spPr>
          <a:xfrm>
            <a:off x="457200" y="456744"/>
            <a:ext cx="11277600" cy="864056"/>
          </a:xfrm>
        </p:spPr>
        <p:txBody>
          <a:bodyPr anchor="t" anchorCtr="0">
            <a:noAutofit/>
          </a:bodyPr>
          <a:lstStyle>
            <a:lvl1pPr algn="l">
              <a:lnSpc>
                <a:spcPct val="80000"/>
              </a:lnSpc>
              <a:defRPr sz="32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696686" y="1626159"/>
            <a:ext cx="5399314" cy="500184"/>
          </a:xfrm>
        </p:spPr>
        <p:txBody>
          <a:bodyPr>
            <a:noAutofit/>
          </a:bodyPr>
          <a:lstStyle>
            <a:lvl1pPr marL="0" indent="0">
              <a:spcBef>
                <a:spcPts val="0"/>
              </a:spcBef>
              <a:buNone/>
              <a:defRPr sz="1400" b="1" i="0">
                <a:solidFill>
                  <a:schemeClr val="tx2"/>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Tree>
    <p:extLst>
      <p:ext uri="{BB962C8B-B14F-4D97-AF65-F5344CB8AC3E}">
        <p14:creationId xmlns:p14="http://schemas.microsoft.com/office/powerpoint/2010/main" val="897854746"/>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One Column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6744"/>
            <a:ext cx="11277600" cy="864056"/>
          </a:xfrm>
        </p:spPr>
        <p:txBody>
          <a:bodyPr anchor="t" anchorCtr="0">
            <a:noAutofit/>
          </a:bodyPr>
          <a:lstStyle>
            <a:lvl1pPr algn="l">
              <a:lnSpc>
                <a:spcPct val="80000"/>
              </a:lnSpc>
              <a:defRPr sz="32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lvl1pPr>
          </a:lstStyle>
          <a:p>
            <a:fld id="{CCA08CA8-4222-D24F-ACDB-33341C247B6F}" type="slidenum">
              <a:rPr lang="en-US" smtClean="0"/>
              <a:pPr/>
              <a:t>‹#›</a:t>
            </a:fld>
            <a:endParaRPr lang="en-US" dirty="0"/>
          </a:p>
        </p:txBody>
      </p:sp>
    </p:spTree>
    <p:extLst>
      <p:ext uri="{BB962C8B-B14F-4D97-AF65-F5344CB8AC3E}">
        <p14:creationId xmlns:p14="http://schemas.microsoft.com/office/powerpoint/2010/main" val="2751969592"/>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lumn Orange Right">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400FEE-AF2A-4A4C-A689-68AC86084282}"/>
              </a:ext>
            </a:extLst>
          </p:cNvPr>
          <p:cNvSpPr/>
          <p:nvPr userDrawn="1"/>
        </p:nvSpPr>
        <p:spPr>
          <a:xfrm flipH="1">
            <a:off x="4433105" y="0"/>
            <a:ext cx="775889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1485900"/>
            <a:ext cx="3679371" cy="1649186"/>
          </a:xfrm>
        </p:spPr>
        <p:txBody>
          <a:bodyPr anchor="t" anchorCtr="0">
            <a:noAutofit/>
          </a:bodyPr>
          <a:lstStyle>
            <a:lvl1pPr algn="l">
              <a:lnSpc>
                <a:spcPct val="80000"/>
              </a:lnSpc>
              <a:defRPr sz="44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solidFill>
                  <a:schemeClr val="bg1"/>
                </a:solidFill>
              </a:defRPr>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solidFill>
                  <a:schemeClr val="bg1"/>
                </a:solidFill>
              </a:defRPr>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1" name="Text Placeholder 10">
            <a:extLst>
              <a:ext uri="{FF2B5EF4-FFF2-40B4-BE49-F238E27FC236}">
                <a16:creationId xmlns:a16="http://schemas.microsoft.com/office/drawing/2014/main" id="{FEF931B3-9150-A144-A52C-51AE7E468513}"/>
              </a:ext>
            </a:extLst>
          </p:cNvPr>
          <p:cNvSpPr>
            <a:spLocks noGrp="1"/>
          </p:cNvSpPr>
          <p:nvPr>
            <p:ph type="body" sz="quarter" idx="15"/>
          </p:nvPr>
        </p:nvSpPr>
        <p:spPr>
          <a:xfrm>
            <a:off x="4887045" y="1485900"/>
            <a:ext cx="6847755" cy="4646613"/>
          </a:xfrm>
        </p:spPr>
        <p:txBody>
          <a:bodyPr/>
          <a:lstStyle>
            <a:lvl1pPr marL="0" indent="0">
              <a:spcBef>
                <a:spcPts val="0"/>
              </a:spcBef>
              <a:spcAft>
                <a:spcPts val="600"/>
              </a:spcAft>
              <a:buNone/>
              <a:defRPr>
                <a:solidFill>
                  <a:schemeClr val="bg1"/>
                </a:solidFill>
                <a:latin typeface="+mj-lt"/>
              </a:defRPr>
            </a:lvl1pPr>
            <a:lvl2pPr marL="228600" indent="-222250">
              <a:spcBef>
                <a:spcPts val="0"/>
              </a:spcBef>
              <a:spcAft>
                <a:spcPts val="600"/>
              </a:spcAft>
              <a:tabLst/>
              <a:defRPr>
                <a:solidFill>
                  <a:schemeClr val="bg1"/>
                </a:solidFill>
                <a:latin typeface="+mj-lt"/>
              </a:defRPr>
            </a:lvl2pPr>
            <a:lvl3pPr marL="519113" indent="-266700">
              <a:spcBef>
                <a:spcPts val="0"/>
              </a:spcBef>
              <a:spcAft>
                <a:spcPts val="600"/>
              </a:spcAft>
              <a:tabLst/>
              <a:defRPr>
                <a:solidFill>
                  <a:schemeClr val="bg1"/>
                </a:solidFill>
                <a:latin typeface="+mj-lt"/>
              </a:defRPr>
            </a:lvl3pPr>
            <a:lvl4pPr marL="749300" indent="-238125">
              <a:spcBef>
                <a:spcPts val="0"/>
              </a:spcBef>
              <a:spcAft>
                <a:spcPts val="600"/>
              </a:spcAft>
              <a:tabLst/>
              <a:defRPr>
                <a:solidFill>
                  <a:schemeClr val="bg1"/>
                </a:solidFill>
                <a:latin typeface="+mj-lt"/>
              </a:defRPr>
            </a:lvl4pPr>
            <a:lvl5pPr marL="1031875" indent="-274638">
              <a:spcBef>
                <a:spcPts val="0"/>
              </a:spcBef>
              <a:spcAft>
                <a:spcPts val="600"/>
              </a:spcAft>
              <a:tabLst/>
              <a:defRPr>
                <a:solidFill>
                  <a:schemeClr val="bg1"/>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810C0A52-392D-4946-BCDD-EC07BEBCAAF7}"/>
              </a:ext>
            </a:extLst>
          </p:cNvPr>
          <p:cNvSpPr>
            <a:spLocks noGrp="1"/>
          </p:cNvSpPr>
          <p:nvPr>
            <p:ph type="body" sz="quarter" idx="16"/>
          </p:nvPr>
        </p:nvSpPr>
        <p:spPr>
          <a:xfrm>
            <a:off x="457200" y="3234978"/>
            <a:ext cx="3679371" cy="2897535"/>
          </a:xfrm>
        </p:spPr>
        <p:txBody>
          <a:bodyPr>
            <a:noAutofit/>
          </a:bodyPr>
          <a:lstStyle>
            <a:lvl1pPr marL="230188" indent="-230188">
              <a:spcBef>
                <a:spcPts val="0"/>
              </a:spcBef>
              <a:spcAft>
                <a:spcPts val="400"/>
              </a:spcAft>
              <a:buFont typeface="System Font Regular"/>
              <a:buChar char="–"/>
              <a:tabLst/>
              <a:defRPr sz="1500">
                <a:latin typeface="+mj-lt"/>
              </a:defRPr>
            </a:lvl1pPr>
            <a:lvl2pPr marL="460375" indent="-223838">
              <a:spcBef>
                <a:spcPts val="0"/>
              </a:spcBef>
              <a:spcAft>
                <a:spcPts val="400"/>
              </a:spcAft>
              <a:tabLst/>
              <a:defRPr sz="15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41439984"/>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Six Infographic Boxes">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958362"/>
            <a:ext cx="11277600" cy="1100959"/>
          </a:xfrm>
        </p:spPr>
        <p:txBody>
          <a:bodyPr anchor="t" anchorCtr="0">
            <a:noAutofit/>
          </a:bodyPr>
          <a:lstStyle>
            <a:lvl1pPr algn="l">
              <a:lnSpc>
                <a:spcPct val="80000"/>
              </a:lnSpc>
              <a:defRPr sz="4400">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solidFill>
                  <a:schemeClr val="tx2"/>
                </a:solidFill>
              </a:defRPr>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solidFill>
                  <a:schemeClr val="tx2"/>
                </a:solidFill>
              </a:defRPr>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5638800" cy="401483"/>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4" name="Picture 13">
            <a:extLst>
              <a:ext uri="{FF2B5EF4-FFF2-40B4-BE49-F238E27FC236}">
                <a16:creationId xmlns:a16="http://schemas.microsoft.com/office/drawing/2014/main" id="{C6B72333-1498-944B-A236-F01FCD24FF7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A0212F11-0FEC-0D48-98C2-450BD6561319}"/>
              </a:ext>
            </a:extLst>
          </p:cNvPr>
          <p:cNvSpPr>
            <a:spLocks noGrp="1"/>
          </p:cNvSpPr>
          <p:nvPr>
            <p:ph sz="quarter" idx="14" hasCustomPrompt="1"/>
          </p:nvPr>
        </p:nvSpPr>
        <p:spPr>
          <a:xfrm>
            <a:off x="457200" y="2159000"/>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0" name="Content Placeholder 3">
            <a:extLst>
              <a:ext uri="{FF2B5EF4-FFF2-40B4-BE49-F238E27FC236}">
                <a16:creationId xmlns:a16="http://schemas.microsoft.com/office/drawing/2014/main" id="{742E0F13-9A85-0646-BF08-9D103A90B11B}"/>
              </a:ext>
            </a:extLst>
          </p:cNvPr>
          <p:cNvSpPr>
            <a:spLocks noGrp="1"/>
          </p:cNvSpPr>
          <p:nvPr>
            <p:ph sz="quarter" idx="15" hasCustomPrompt="1"/>
          </p:nvPr>
        </p:nvSpPr>
        <p:spPr>
          <a:xfrm>
            <a:off x="4272322" y="2159000"/>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1" name="Content Placeholder 3">
            <a:extLst>
              <a:ext uri="{FF2B5EF4-FFF2-40B4-BE49-F238E27FC236}">
                <a16:creationId xmlns:a16="http://schemas.microsoft.com/office/drawing/2014/main" id="{15059411-4DD2-BF4A-B40A-09062DE7428F}"/>
              </a:ext>
            </a:extLst>
          </p:cNvPr>
          <p:cNvSpPr>
            <a:spLocks noGrp="1"/>
          </p:cNvSpPr>
          <p:nvPr>
            <p:ph sz="quarter" idx="16" hasCustomPrompt="1"/>
          </p:nvPr>
        </p:nvSpPr>
        <p:spPr>
          <a:xfrm>
            <a:off x="8087445" y="2159000"/>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2" name="Content Placeholder 3">
            <a:extLst>
              <a:ext uri="{FF2B5EF4-FFF2-40B4-BE49-F238E27FC236}">
                <a16:creationId xmlns:a16="http://schemas.microsoft.com/office/drawing/2014/main" id="{F43E6FA5-304B-6C45-B371-90C06A62E29D}"/>
              </a:ext>
            </a:extLst>
          </p:cNvPr>
          <p:cNvSpPr>
            <a:spLocks noGrp="1"/>
          </p:cNvSpPr>
          <p:nvPr>
            <p:ph sz="quarter" idx="17" hasCustomPrompt="1"/>
          </p:nvPr>
        </p:nvSpPr>
        <p:spPr>
          <a:xfrm>
            <a:off x="457200" y="4195268"/>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3" name="Content Placeholder 3">
            <a:extLst>
              <a:ext uri="{FF2B5EF4-FFF2-40B4-BE49-F238E27FC236}">
                <a16:creationId xmlns:a16="http://schemas.microsoft.com/office/drawing/2014/main" id="{2679A949-03FB-C84F-8BB4-A59204838C82}"/>
              </a:ext>
            </a:extLst>
          </p:cNvPr>
          <p:cNvSpPr>
            <a:spLocks noGrp="1"/>
          </p:cNvSpPr>
          <p:nvPr>
            <p:ph sz="quarter" idx="18" hasCustomPrompt="1"/>
          </p:nvPr>
        </p:nvSpPr>
        <p:spPr>
          <a:xfrm>
            <a:off x="4272322" y="4195268"/>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4" name="Content Placeholder 3">
            <a:extLst>
              <a:ext uri="{FF2B5EF4-FFF2-40B4-BE49-F238E27FC236}">
                <a16:creationId xmlns:a16="http://schemas.microsoft.com/office/drawing/2014/main" id="{6617106F-B15C-3C47-9852-86708E908130}"/>
              </a:ext>
            </a:extLst>
          </p:cNvPr>
          <p:cNvSpPr>
            <a:spLocks noGrp="1"/>
          </p:cNvSpPr>
          <p:nvPr>
            <p:ph sz="quarter" idx="19" hasCustomPrompt="1"/>
          </p:nvPr>
        </p:nvSpPr>
        <p:spPr>
          <a:xfrm>
            <a:off x="8087445" y="4195268"/>
            <a:ext cx="3646488" cy="1890713"/>
          </a:xfrm>
          <a:noFill/>
        </p:spPr>
        <p:txBody>
          <a:bodyPr anchor="ctr" anchorCtr="0"/>
          <a:lstStyle>
            <a:lvl1pPr marL="0" indent="0" algn="ctr">
              <a:buNone/>
              <a:defRPr sz="1200"/>
            </a:lvl1pPr>
          </a:lstStyle>
          <a:p>
            <a:pPr lvl="0"/>
            <a:r>
              <a:rPr lang="en-US" dirty="0"/>
              <a:t>Insert infographics within this area</a:t>
            </a:r>
          </a:p>
        </p:txBody>
      </p:sp>
    </p:spTree>
    <p:extLst>
      <p:ext uri="{BB962C8B-B14F-4D97-AF65-F5344CB8AC3E}">
        <p14:creationId xmlns:p14="http://schemas.microsoft.com/office/powerpoint/2010/main" val="2906500506"/>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ix Infographic Boxes w/ heading">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958363"/>
            <a:ext cx="11277600" cy="635000"/>
          </a:xfrm>
        </p:spPr>
        <p:txBody>
          <a:bodyPr anchor="t" anchorCtr="0">
            <a:noAutofit/>
          </a:bodyPr>
          <a:lstStyle>
            <a:lvl1pPr algn="l">
              <a:lnSpc>
                <a:spcPct val="80000"/>
              </a:lnSpc>
              <a:defRPr sz="4400">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solidFill>
                  <a:schemeClr val="tx2"/>
                </a:solidFill>
              </a:defRPr>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solidFill>
                  <a:schemeClr val="tx2"/>
                </a:solidFill>
              </a:defRPr>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5638800" cy="401483"/>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4" name="Picture 13">
            <a:extLst>
              <a:ext uri="{FF2B5EF4-FFF2-40B4-BE49-F238E27FC236}">
                <a16:creationId xmlns:a16="http://schemas.microsoft.com/office/drawing/2014/main" id="{C6B72333-1498-944B-A236-F01FCD24FF7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A0212F11-0FEC-0D48-98C2-450BD6561319}"/>
              </a:ext>
            </a:extLst>
          </p:cNvPr>
          <p:cNvSpPr>
            <a:spLocks noGrp="1"/>
          </p:cNvSpPr>
          <p:nvPr>
            <p:ph sz="quarter" idx="14" hasCustomPrompt="1"/>
          </p:nvPr>
        </p:nvSpPr>
        <p:spPr>
          <a:xfrm>
            <a:off x="457200" y="1948039"/>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0" name="Content Placeholder 3">
            <a:extLst>
              <a:ext uri="{FF2B5EF4-FFF2-40B4-BE49-F238E27FC236}">
                <a16:creationId xmlns:a16="http://schemas.microsoft.com/office/drawing/2014/main" id="{742E0F13-9A85-0646-BF08-9D103A90B11B}"/>
              </a:ext>
            </a:extLst>
          </p:cNvPr>
          <p:cNvSpPr>
            <a:spLocks noGrp="1"/>
          </p:cNvSpPr>
          <p:nvPr>
            <p:ph sz="quarter" idx="15" hasCustomPrompt="1"/>
          </p:nvPr>
        </p:nvSpPr>
        <p:spPr>
          <a:xfrm>
            <a:off x="4272322" y="1948039"/>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1" name="Content Placeholder 3">
            <a:extLst>
              <a:ext uri="{FF2B5EF4-FFF2-40B4-BE49-F238E27FC236}">
                <a16:creationId xmlns:a16="http://schemas.microsoft.com/office/drawing/2014/main" id="{15059411-4DD2-BF4A-B40A-09062DE7428F}"/>
              </a:ext>
            </a:extLst>
          </p:cNvPr>
          <p:cNvSpPr>
            <a:spLocks noGrp="1"/>
          </p:cNvSpPr>
          <p:nvPr>
            <p:ph sz="quarter" idx="16" hasCustomPrompt="1"/>
          </p:nvPr>
        </p:nvSpPr>
        <p:spPr>
          <a:xfrm>
            <a:off x="8087445" y="1948039"/>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2" name="Content Placeholder 3">
            <a:extLst>
              <a:ext uri="{FF2B5EF4-FFF2-40B4-BE49-F238E27FC236}">
                <a16:creationId xmlns:a16="http://schemas.microsoft.com/office/drawing/2014/main" id="{F43E6FA5-304B-6C45-B371-90C06A62E29D}"/>
              </a:ext>
            </a:extLst>
          </p:cNvPr>
          <p:cNvSpPr>
            <a:spLocks noGrp="1"/>
          </p:cNvSpPr>
          <p:nvPr>
            <p:ph sz="quarter" idx="17" hasCustomPrompt="1"/>
          </p:nvPr>
        </p:nvSpPr>
        <p:spPr>
          <a:xfrm>
            <a:off x="457200" y="4195268"/>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3" name="Content Placeholder 3">
            <a:extLst>
              <a:ext uri="{FF2B5EF4-FFF2-40B4-BE49-F238E27FC236}">
                <a16:creationId xmlns:a16="http://schemas.microsoft.com/office/drawing/2014/main" id="{2679A949-03FB-C84F-8BB4-A59204838C82}"/>
              </a:ext>
            </a:extLst>
          </p:cNvPr>
          <p:cNvSpPr>
            <a:spLocks noGrp="1"/>
          </p:cNvSpPr>
          <p:nvPr>
            <p:ph sz="quarter" idx="18" hasCustomPrompt="1"/>
          </p:nvPr>
        </p:nvSpPr>
        <p:spPr>
          <a:xfrm>
            <a:off x="4272322" y="4195268"/>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4" name="Content Placeholder 3">
            <a:extLst>
              <a:ext uri="{FF2B5EF4-FFF2-40B4-BE49-F238E27FC236}">
                <a16:creationId xmlns:a16="http://schemas.microsoft.com/office/drawing/2014/main" id="{6617106F-B15C-3C47-9852-86708E908130}"/>
              </a:ext>
            </a:extLst>
          </p:cNvPr>
          <p:cNvSpPr>
            <a:spLocks noGrp="1"/>
          </p:cNvSpPr>
          <p:nvPr>
            <p:ph sz="quarter" idx="19" hasCustomPrompt="1"/>
          </p:nvPr>
        </p:nvSpPr>
        <p:spPr>
          <a:xfrm>
            <a:off x="8087445" y="4195268"/>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11" name="Text Placeholder 10">
            <a:extLst>
              <a:ext uri="{FF2B5EF4-FFF2-40B4-BE49-F238E27FC236}">
                <a16:creationId xmlns:a16="http://schemas.microsoft.com/office/drawing/2014/main" id="{3C84ABE0-31CF-D648-940C-63E5DA921106}"/>
              </a:ext>
            </a:extLst>
          </p:cNvPr>
          <p:cNvSpPr>
            <a:spLocks noGrp="1"/>
          </p:cNvSpPr>
          <p:nvPr>
            <p:ph type="body" sz="quarter" idx="20"/>
          </p:nvPr>
        </p:nvSpPr>
        <p:spPr>
          <a:xfrm>
            <a:off x="457201" y="169304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9" name="Text Placeholder 10">
            <a:extLst>
              <a:ext uri="{FF2B5EF4-FFF2-40B4-BE49-F238E27FC236}">
                <a16:creationId xmlns:a16="http://schemas.microsoft.com/office/drawing/2014/main" id="{CA55A367-F7E2-A24B-850F-F41F079B4DE0}"/>
              </a:ext>
            </a:extLst>
          </p:cNvPr>
          <p:cNvSpPr>
            <a:spLocks noGrp="1"/>
          </p:cNvSpPr>
          <p:nvPr>
            <p:ph type="body" sz="quarter" idx="21"/>
          </p:nvPr>
        </p:nvSpPr>
        <p:spPr>
          <a:xfrm>
            <a:off x="4272756" y="169304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25" name="Text Placeholder 10">
            <a:extLst>
              <a:ext uri="{FF2B5EF4-FFF2-40B4-BE49-F238E27FC236}">
                <a16:creationId xmlns:a16="http://schemas.microsoft.com/office/drawing/2014/main" id="{2A77CC42-5D2C-AD42-A4E0-14DCA9D6AD67}"/>
              </a:ext>
            </a:extLst>
          </p:cNvPr>
          <p:cNvSpPr>
            <a:spLocks noGrp="1"/>
          </p:cNvSpPr>
          <p:nvPr>
            <p:ph type="body" sz="quarter" idx="22"/>
          </p:nvPr>
        </p:nvSpPr>
        <p:spPr>
          <a:xfrm>
            <a:off x="8085339" y="169304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26" name="Text Placeholder 10">
            <a:extLst>
              <a:ext uri="{FF2B5EF4-FFF2-40B4-BE49-F238E27FC236}">
                <a16:creationId xmlns:a16="http://schemas.microsoft.com/office/drawing/2014/main" id="{BCF0045D-2B71-B84E-B96F-7032EFE40BF4}"/>
              </a:ext>
            </a:extLst>
          </p:cNvPr>
          <p:cNvSpPr>
            <a:spLocks noGrp="1"/>
          </p:cNvSpPr>
          <p:nvPr>
            <p:ph type="body" sz="quarter" idx="23"/>
          </p:nvPr>
        </p:nvSpPr>
        <p:spPr>
          <a:xfrm>
            <a:off x="457201" y="394546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27" name="Text Placeholder 10">
            <a:extLst>
              <a:ext uri="{FF2B5EF4-FFF2-40B4-BE49-F238E27FC236}">
                <a16:creationId xmlns:a16="http://schemas.microsoft.com/office/drawing/2014/main" id="{82BD4E58-4705-054E-8E5B-494A8A662AAD}"/>
              </a:ext>
            </a:extLst>
          </p:cNvPr>
          <p:cNvSpPr>
            <a:spLocks noGrp="1"/>
          </p:cNvSpPr>
          <p:nvPr>
            <p:ph type="body" sz="quarter" idx="24"/>
          </p:nvPr>
        </p:nvSpPr>
        <p:spPr>
          <a:xfrm>
            <a:off x="4272756" y="394546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28" name="Text Placeholder 10">
            <a:extLst>
              <a:ext uri="{FF2B5EF4-FFF2-40B4-BE49-F238E27FC236}">
                <a16:creationId xmlns:a16="http://schemas.microsoft.com/office/drawing/2014/main" id="{0B3D0F63-6E1F-044B-BE7B-F876E84AE8DD}"/>
              </a:ext>
            </a:extLst>
          </p:cNvPr>
          <p:cNvSpPr>
            <a:spLocks noGrp="1"/>
          </p:cNvSpPr>
          <p:nvPr>
            <p:ph type="body" sz="quarter" idx="25"/>
          </p:nvPr>
        </p:nvSpPr>
        <p:spPr>
          <a:xfrm>
            <a:off x="8085339" y="394546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Tree>
    <p:extLst>
      <p:ext uri="{BB962C8B-B14F-4D97-AF65-F5344CB8AC3E}">
        <p14:creationId xmlns:p14="http://schemas.microsoft.com/office/powerpoint/2010/main" val="3496808462"/>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our Column Slid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85900"/>
            <a:ext cx="3045417" cy="1649186"/>
          </a:xfrm>
        </p:spPr>
        <p:txBody>
          <a:bodyPr anchor="t" anchorCtr="0">
            <a:noAutofit/>
          </a:bodyPr>
          <a:lstStyle>
            <a:lvl1pPr algn="l">
              <a:lnSpc>
                <a:spcPct val="80000"/>
              </a:lnSpc>
              <a:defRPr sz="4400">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solidFill>
                  <a:schemeClr val="tx2"/>
                </a:solidFill>
              </a:defRPr>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solidFill>
                  <a:schemeClr val="tx2"/>
                </a:solidFill>
              </a:defRPr>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3" name="Text Placeholder 10">
            <a:extLst>
              <a:ext uri="{FF2B5EF4-FFF2-40B4-BE49-F238E27FC236}">
                <a16:creationId xmlns:a16="http://schemas.microsoft.com/office/drawing/2014/main" id="{F03A92C8-4D21-FB40-A217-7D7F8D3397FD}"/>
              </a:ext>
            </a:extLst>
          </p:cNvPr>
          <p:cNvSpPr>
            <a:spLocks noGrp="1"/>
          </p:cNvSpPr>
          <p:nvPr>
            <p:ph type="body" sz="quarter" idx="19"/>
          </p:nvPr>
        </p:nvSpPr>
        <p:spPr>
          <a:xfrm>
            <a:off x="3872856" y="1483669"/>
            <a:ext cx="2481449" cy="4648844"/>
          </a:xfrm>
        </p:spPr>
        <p:txBody>
          <a:bodyPr>
            <a:noAutofit/>
          </a:bodyPr>
          <a:lstStyle>
            <a:lvl1pPr marL="230188" indent="-230188">
              <a:spcBef>
                <a:spcPts val="0"/>
              </a:spcBef>
              <a:spcAft>
                <a:spcPts val="400"/>
              </a:spcAft>
              <a:buFont typeface="System Font Regular"/>
              <a:buChar char="–"/>
              <a:tabLst/>
              <a:defRPr sz="1400">
                <a:latin typeface="+mj-lt"/>
              </a:defRPr>
            </a:lvl1pPr>
            <a:lvl2pPr marL="230188" indent="-230188">
              <a:spcBef>
                <a:spcPts val="0"/>
              </a:spcBef>
              <a:spcAft>
                <a:spcPts val="400"/>
              </a:spcAft>
              <a:tabLst/>
              <a:defRPr sz="1400">
                <a:solidFill>
                  <a:schemeClr val="accent3"/>
                </a:solidFill>
                <a:latin typeface="+mj-lt"/>
              </a:defRPr>
            </a:lvl2pPr>
            <a:lvl3pPr marL="460375" indent="-223838">
              <a:spcBef>
                <a:spcPts val="0"/>
              </a:spcBef>
              <a:spcAft>
                <a:spcPts val="400"/>
              </a:spcAft>
              <a:tabLst/>
              <a:defRPr sz="1400">
                <a:solidFill>
                  <a:schemeClr val="accent3"/>
                </a:solidFill>
                <a:latin typeface="+mj-lt"/>
              </a:defRPr>
            </a:lvl3pPr>
            <a:lvl4pPr marL="690563" indent="-230188">
              <a:spcBef>
                <a:spcPts val="0"/>
              </a:spcBef>
              <a:spcAft>
                <a:spcPts val="400"/>
              </a:spcAft>
              <a:tabLst/>
              <a:defRPr sz="1400">
                <a:solidFill>
                  <a:schemeClr val="accent3"/>
                </a:solidFill>
                <a:latin typeface="+mj-lt"/>
              </a:defRPr>
            </a:lvl4pPr>
            <a:lvl5pPr marL="914400" indent="-211138">
              <a:spcBef>
                <a:spcPts val="0"/>
              </a:spcBef>
              <a:spcAft>
                <a:spcPts val="400"/>
              </a:spcAft>
              <a:tabLst/>
              <a:defRPr sz="14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0">
            <a:extLst>
              <a:ext uri="{FF2B5EF4-FFF2-40B4-BE49-F238E27FC236}">
                <a16:creationId xmlns:a16="http://schemas.microsoft.com/office/drawing/2014/main" id="{0A07D5EE-B3F8-AA44-8D0B-DEB1CD4DD75F}"/>
              </a:ext>
            </a:extLst>
          </p:cNvPr>
          <p:cNvSpPr>
            <a:spLocks noGrp="1"/>
          </p:cNvSpPr>
          <p:nvPr>
            <p:ph type="body" sz="quarter" idx="22"/>
          </p:nvPr>
        </p:nvSpPr>
        <p:spPr>
          <a:xfrm>
            <a:off x="6556421" y="1483669"/>
            <a:ext cx="2481449" cy="4648844"/>
          </a:xfrm>
        </p:spPr>
        <p:txBody>
          <a:bodyPr>
            <a:noAutofit/>
          </a:bodyPr>
          <a:lstStyle>
            <a:lvl1pPr marL="230188" indent="-230188">
              <a:spcBef>
                <a:spcPts val="0"/>
              </a:spcBef>
              <a:spcAft>
                <a:spcPts val="400"/>
              </a:spcAft>
              <a:buFont typeface="System Font Regular"/>
              <a:buChar char="–"/>
              <a:tabLst/>
              <a:defRPr sz="1400">
                <a:latin typeface="+mj-lt"/>
              </a:defRPr>
            </a:lvl1pPr>
            <a:lvl2pPr marL="230188" indent="-230188">
              <a:spcBef>
                <a:spcPts val="0"/>
              </a:spcBef>
              <a:spcAft>
                <a:spcPts val="400"/>
              </a:spcAft>
              <a:tabLst/>
              <a:defRPr sz="1400">
                <a:solidFill>
                  <a:schemeClr val="accent3"/>
                </a:solidFill>
                <a:latin typeface="+mj-lt"/>
              </a:defRPr>
            </a:lvl2pPr>
            <a:lvl3pPr marL="460375" indent="-223838">
              <a:spcBef>
                <a:spcPts val="0"/>
              </a:spcBef>
              <a:spcAft>
                <a:spcPts val="400"/>
              </a:spcAft>
              <a:tabLst/>
              <a:defRPr sz="1400">
                <a:solidFill>
                  <a:schemeClr val="accent3"/>
                </a:solidFill>
                <a:latin typeface="+mj-lt"/>
              </a:defRPr>
            </a:lvl3pPr>
            <a:lvl4pPr marL="690563" indent="-230188">
              <a:spcBef>
                <a:spcPts val="0"/>
              </a:spcBef>
              <a:spcAft>
                <a:spcPts val="400"/>
              </a:spcAft>
              <a:tabLst/>
              <a:defRPr sz="1400">
                <a:solidFill>
                  <a:schemeClr val="accent3"/>
                </a:solidFill>
                <a:latin typeface="+mj-lt"/>
              </a:defRPr>
            </a:lvl4pPr>
            <a:lvl5pPr marL="914400" indent="-211138">
              <a:spcBef>
                <a:spcPts val="0"/>
              </a:spcBef>
              <a:spcAft>
                <a:spcPts val="400"/>
              </a:spcAft>
              <a:tabLst/>
              <a:defRPr sz="14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10">
            <a:extLst>
              <a:ext uri="{FF2B5EF4-FFF2-40B4-BE49-F238E27FC236}">
                <a16:creationId xmlns:a16="http://schemas.microsoft.com/office/drawing/2014/main" id="{45864CBC-9FA5-F041-B465-DE00482D6D11}"/>
              </a:ext>
            </a:extLst>
          </p:cNvPr>
          <p:cNvSpPr>
            <a:spLocks noGrp="1"/>
          </p:cNvSpPr>
          <p:nvPr>
            <p:ph type="body" sz="quarter" idx="23"/>
          </p:nvPr>
        </p:nvSpPr>
        <p:spPr>
          <a:xfrm>
            <a:off x="9253238" y="1483669"/>
            <a:ext cx="2481449" cy="4648844"/>
          </a:xfrm>
        </p:spPr>
        <p:txBody>
          <a:bodyPr>
            <a:noAutofit/>
          </a:bodyPr>
          <a:lstStyle>
            <a:lvl1pPr marL="230188" indent="-230188">
              <a:spcBef>
                <a:spcPts val="0"/>
              </a:spcBef>
              <a:spcAft>
                <a:spcPts val="400"/>
              </a:spcAft>
              <a:buFont typeface="System Font Regular"/>
              <a:buChar char="–"/>
              <a:tabLst/>
              <a:defRPr sz="1400">
                <a:latin typeface="+mj-lt"/>
              </a:defRPr>
            </a:lvl1pPr>
            <a:lvl2pPr marL="230188" indent="-230188">
              <a:spcBef>
                <a:spcPts val="0"/>
              </a:spcBef>
              <a:spcAft>
                <a:spcPts val="400"/>
              </a:spcAft>
              <a:tabLst/>
              <a:defRPr sz="1400">
                <a:solidFill>
                  <a:schemeClr val="accent3"/>
                </a:solidFill>
                <a:latin typeface="+mj-lt"/>
              </a:defRPr>
            </a:lvl2pPr>
            <a:lvl3pPr marL="460375" indent="-223838">
              <a:spcBef>
                <a:spcPts val="0"/>
              </a:spcBef>
              <a:spcAft>
                <a:spcPts val="400"/>
              </a:spcAft>
              <a:tabLst/>
              <a:defRPr sz="1400">
                <a:solidFill>
                  <a:schemeClr val="accent3"/>
                </a:solidFill>
                <a:latin typeface="+mj-lt"/>
              </a:defRPr>
            </a:lvl3pPr>
            <a:lvl4pPr marL="690563" indent="-230188">
              <a:spcBef>
                <a:spcPts val="0"/>
              </a:spcBef>
              <a:spcAft>
                <a:spcPts val="400"/>
              </a:spcAft>
              <a:tabLst/>
              <a:defRPr sz="1400">
                <a:solidFill>
                  <a:schemeClr val="accent3"/>
                </a:solidFill>
                <a:latin typeface="+mj-lt"/>
              </a:defRPr>
            </a:lvl4pPr>
            <a:lvl5pPr marL="914400" indent="-211138">
              <a:spcBef>
                <a:spcPts val="0"/>
              </a:spcBef>
              <a:spcAft>
                <a:spcPts val="400"/>
              </a:spcAft>
              <a:tabLst/>
              <a:defRPr sz="14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0">
            <a:extLst>
              <a:ext uri="{FF2B5EF4-FFF2-40B4-BE49-F238E27FC236}">
                <a16:creationId xmlns:a16="http://schemas.microsoft.com/office/drawing/2014/main" id="{ECE26F75-3860-3546-85F7-4E09E38C146B}"/>
              </a:ext>
            </a:extLst>
          </p:cNvPr>
          <p:cNvSpPr>
            <a:spLocks noGrp="1"/>
          </p:cNvSpPr>
          <p:nvPr>
            <p:ph type="body" sz="quarter" idx="24"/>
          </p:nvPr>
        </p:nvSpPr>
        <p:spPr>
          <a:xfrm>
            <a:off x="457200" y="3234978"/>
            <a:ext cx="3045417" cy="2897535"/>
          </a:xfrm>
        </p:spPr>
        <p:txBody>
          <a:bodyPr>
            <a:noAutofit/>
          </a:bodyPr>
          <a:lstStyle>
            <a:lvl1pPr marL="230188" indent="-230188">
              <a:spcBef>
                <a:spcPts val="0"/>
              </a:spcBef>
              <a:spcAft>
                <a:spcPts val="400"/>
              </a:spcAft>
              <a:buFont typeface="System Font Regular"/>
              <a:buChar char="–"/>
              <a:tabLst/>
              <a:defRPr sz="1500">
                <a:latin typeface="+mj-lt"/>
              </a:defRPr>
            </a:lvl1pPr>
            <a:lvl2pPr marL="230188" indent="-230188">
              <a:spcBef>
                <a:spcPts val="0"/>
              </a:spcBef>
              <a:spcAft>
                <a:spcPts val="400"/>
              </a:spcAft>
              <a:tabLst/>
              <a:defRPr sz="1500">
                <a:solidFill>
                  <a:schemeClr val="accent3"/>
                </a:solidFill>
                <a:latin typeface="+mj-lt"/>
              </a:defRPr>
            </a:lvl2pPr>
            <a:lvl3pPr marL="460375" indent="-223838">
              <a:spcBef>
                <a:spcPts val="0"/>
              </a:spcBef>
              <a:spcAft>
                <a:spcPts val="400"/>
              </a:spcAft>
              <a:tabLst/>
              <a:defRPr sz="1500">
                <a:solidFill>
                  <a:schemeClr val="accent3"/>
                </a:solidFill>
                <a:latin typeface="+mj-lt"/>
              </a:defRPr>
            </a:lvl3pPr>
            <a:lvl4pPr marL="690563" indent="-230188">
              <a:spcBef>
                <a:spcPts val="0"/>
              </a:spcBef>
              <a:spcAft>
                <a:spcPts val="400"/>
              </a:spcAft>
              <a:tabLst/>
              <a:defRPr sz="1500">
                <a:solidFill>
                  <a:schemeClr val="accent3"/>
                </a:solidFill>
                <a:latin typeface="+mj-lt"/>
              </a:defRPr>
            </a:lvl4pPr>
            <a:lvl5pPr marL="914400"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70787006"/>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lumn w/ Pictur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1" y="1485900"/>
            <a:ext cx="3006916" cy="1649186"/>
          </a:xfrm>
        </p:spPr>
        <p:txBody>
          <a:bodyPr anchor="t" anchorCtr="0">
            <a:noAutofit/>
          </a:bodyPr>
          <a:lstStyle>
            <a:lvl1pPr algn="l">
              <a:lnSpc>
                <a:spcPct val="80000"/>
              </a:lnSpc>
              <a:defRPr sz="4400">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solidFill>
                  <a:schemeClr val="tx2"/>
                </a:solidFill>
              </a:defRPr>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solidFill>
                  <a:schemeClr val="tx2"/>
                </a:solidFill>
              </a:defRPr>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F4431BF9-4DD4-B741-825E-226AABE970A3}"/>
              </a:ext>
            </a:extLst>
          </p:cNvPr>
          <p:cNvSpPr>
            <a:spLocks noGrp="1"/>
          </p:cNvSpPr>
          <p:nvPr>
            <p:ph sz="quarter" idx="17" hasCustomPrompt="1"/>
          </p:nvPr>
        </p:nvSpPr>
        <p:spPr>
          <a:xfrm>
            <a:off x="8948738" y="1484313"/>
            <a:ext cx="2786062" cy="4648200"/>
          </a:xfrm>
        </p:spPr>
        <p:txBody>
          <a:bodyPr anchor="ctr" anchorCtr="0"/>
          <a:lstStyle>
            <a:lvl1pPr marL="0" indent="0" algn="ctr">
              <a:buNone/>
              <a:defRPr sz="1200"/>
            </a:lvl1pPr>
            <a:lvl2pPr marL="290513" indent="0">
              <a:buNone/>
              <a:defRPr/>
            </a:lvl2pPr>
            <a:lvl3pPr marL="582613" indent="0">
              <a:buNone/>
              <a:defRPr/>
            </a:lvl3pPr>
            <a:lvl4pPr marL="855663" indent="0">
              <a:buNone/>
              <a:defRPr/>
            </a:lvl4pPr>
            <a:lvl5pPr marL="1100138" indent="0">
              <a:buNone/>
              <a:defRPr/>
            </a:lvl5pPr>
          </a:lstStyle>
          <a:p>
            <a:pPr lvl="0"/>
            <a:r>
              <a:rPr lang="en-US" dirty="0"/>
              <a:t>Insert infographics within this area</a:t>
            </a:r>
          </a:p>
        </p:txBody>
      </p:sp>
      <p:cxnSp>
        <p:nvCxnSpPr>
          <p:cNvPr id="10" name="Straight Connector 9">
            <a:extLst>
              <a:ext uri="{FF2B5EF4-FFF2-40B4-BE49-F238E27FC236}">
                <a16:creationId xmlns:a16="http://schemas.microsoft.com/office/drawing/2014/main" id="{7F2620F7-0541-0B45-B341-1E1D12D1390B}"/>
              </a:ext>
            </a:extLst>
          </p:cNvPr>
          <p:cNvCxnSpPr/>
          <p:nvPr userDrawn="1"/>
        </p:nvCxnSpPr>
        <p:spPr>
          <a:xfrm>
            <a:off x="8748793" y="1483669"/>
            <a:ext cx="0" cy="4648844"/>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Text Placeholder 10">
            <a:extLst>
              <a:ext uri="{FF2B5EF4-FFF2-40B4-BE49-F238E27FC236}">
                <a16:creationId xmlns:a16="http://schemas.microsoft.com/office/drawing/2014/main" id="{136AC2DB-B5C2-3A41-A570-78C62820C2A3}"/>
              </a:ext>
            </a:extLst>
          </p:cNvPr>
          <p:cNvSpPr>
            <a:spLocks noGrp="1"/>
          </p:cNvSpPr>
          <p:nvPr>
            <p:ph type="body" sz="quarter" idx="20"/>
          </p:nvPr>
        </p:nvSpPr>
        <p:spPr>
          <a:xfrm>
            <a:off x="3872856" y="1483668"/>
            <a:ext cx="4675989" cy="4648199"/>
          </a:xfrm>
        </p:spPr>
        <p:txBody>
          <a:bodyPr>
            <a:noAutofit/>
          </a:bodyPr>
          <a:lstStyle>
            <a:lvl1pPr marL="230188" indent="-230188">
              <a:spcBef>
                <a:spcPts val="0"/>
              </a:spcBef>
              <a:spcAft>
                <a:spcPts val="400"/>
              </a:spcAft>
              <a:buFont typeface="System Font Regular"/>
              <a:buChar char="–"/>
              <a:tabLst/>
              <a:defRPr sz="1400">
                <a:latin typeface="+mj-lt"/>
              </a:defRPr>
            </a:lvl1pPr>
            <a:lvl2pPr marL="230188" indent="-230188">
              <a:spcBef>
                <a:spcPts val="0"/>
              </a:spcBef>
              <a:spcAft>
                <a:spcPts val="400"/>
              </a:spcAft>
              <a:tabLst/>
              <a:defRPr sz="1400">
                <a:solidFill>
                  <a:schemeClr val="accent3"/>
                </a:solidFill>
                <a:latin typeface="+mj-lt"/>
              </a:defRPr>
            </a:lvl2pPr>
            <a:lvl3pPr marL="460375" indent="-223838">
              <a:spcBef>
                <a:spcPts val="0"/>
              </a:spcBef>
              <a:spcAft>
                <a:spcPts val="400"/>
              </a:spcAft>
              <a:tabLst/>
              <a:defRPr sz="1400">
                <a:solidFill>
                  <a:schemeClr val="accent3"/>
                </a:solidFill>
                <a:latin typeface="+mj-lt"/>
              </a:defRPr>
            </a:lvl3pPr>
            <a:lvl4pPr marL="690563" indent="-230188">
              <a:spcBef>
                <a:spcPts val="0"/>
              </a:spcBef>
              <a:spcAft>
                <a:spcPts val="400"/>
              </a:spcAft>
              <a:tabLst/>
              <a:defRPr sz="1400">
                <a:solidFill>
                  <a:schemeClr val="accent3"/>
                </a:solidFill>
                <a:latin typeface="+mj-lt"/>
              </a:defRPr>
            </a:lvl4pPr>
            <a:lvl5pPr marL="914400" indent="-211138">
              <a:spcBef>
                <a:spcPts val="0"/>
              </a:spcBef>
              <a:spcAft>
                <a:spcPts val="400"/>
              </a:spcAft>
              <a:tabLst/>
              <a:defRPr sz="14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0">
            <a:extLst>
              <a:ext uri="{FF2B5EF4-FFF2-40B4-BE49-F238E27FC236}">
                <a16:creationId xmlns:a16="http://schemas.microsoft.com/office/drawing/2014/main" id="{824F38BC-D9BA-9143-A602-F90DC3AFC8FC}"/>
              </a:ext>
            </a:extLst>
          </p:cNvPr>
          <p:cNvSpPr>
            <a:spLocks noGrp="1"/>
          </p:cNvSpPr>
          <p:nvPr>
            <p:ph type="body" sz="quarter" idx="19"/>
          </p:nvPr>
        </p:nvSpPr>
        <p:spPr>
          <a:xfrm>
            <a:off x="457201" y="3234978"/>
            <a:ext cx="3006916" cy="2897535"/>
          </a:xfrm>
        </p:spPr>
        <p:txBody>
          <a:bodyPr>
            <a:noAutofit/>
          </a:bodyPr>
          <a:lstStyle>
            <a:lvl1pPr marL="230188" indent="-230188">
              <a:spcBef>
                <a:spcPts val="0"/>
              </a:spcBef>
              <a:spcAft>
                <a:spcPts val="400"/>
              </a:spcAft>
              <a:buFont typeface="System Font Regular"/>
              <a:buChar char="–"/>
              <a:tabLst/>
              <a:defRPr sz="1500">
                <a:latin typeface="+mj-lt"/>
              </a:defRPr>
            </a:lvl1pPr>
            <a:lvl2pPr marL="230188" indent="-230188">
              <a:spcBef>
                <a:spcPts val="0"/>
              </a:spcBef>
              <a:spcAft>
                <a:spcPts val="400"/>
              </a:spcAft>
              <a:tabLst/>
              <a:defRPr sz="1500">
                <a:solidFill>
                  <a:schemeClr val="accent3"/>
                </a:solidFill>
                <a:latin typeface="+mj-lt"/>
              </a:defRPr>
            </a:lvl2pPr>
            <a:lvl3pPr marL="460375" indent="-223838">
              <a:spcBef>
                <a:spcPts val="0"/>
              </a:spcBef>
              <a:spcAft>
                <a:spcPts val="400"/>
              </a:spcAft>
              <a:tabLst/>
              <a:defRPr sz="1500">
                <a:solidFill>
                  <a:schemeClr val="accent3"/>
                </a:solidFill>
                <a:latin typeface="+mj-lt"/>
              </a:defRPr>
            </a:lvl3pPr>
            <a:lvl4pPr marL="690563" indent="-230188">
              <a:spcBef>
                <a:spcPts val="0"/>
              </a:spcBef>
              <a:spcAft>
                <a:spcPts val="400"/>
              </a:spcAft>
              <a:tabLst/>
              <a:defRPr sz="1500">
                <a:solidFill>
                  <a:schemeClr val="accent3"/>
                </a:solidFill>
                <a:latin typeface="+mj-lt"/>
              </a:defRPr>
            </a:lvl4pPr>
            <a:lvl5pPr marL="914400"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53565865"/>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e Column w/ Pictur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85900"/>
            <a:ext cx="3192651" cy="1649186"/>
          </a:xfrm>
        </p:spPr>
        <p:txBody>
          <a:bodyPr anchor="t" anchorCtr="0">
            <a:noAutofit/>
          </a:bodyPr>
          <a:lstStyle>
            <a:lvl1pPr algn="l">
              <a:lnSpc>
                <a:spcPct val="80000"/>
              </a:lnSpc>
              <a:defRPr sz="4400">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solidFill>
                  <a:schemeClr val="tx2"/>
                </a:solidFill>
              </a:defRPr>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solidFill>
                  <a:schemeClr val="tx2"/>
                </a:solidFill>
              </a:defRPr>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F4431BF9-4DD4-B741-825E-226AABE970A3}"/>
              </a:ext>
            </a:extLst>
          </p:cNvPr>
          <p:cNvSpPr>
            <a:spLocks noGrp="1"/>
          </p:cNvSpPr>
          <p:nvPr>
            <p:ph sz="quarter" idx="17" hasCustomPrompt="1"/>
          </p:nvPr>
        </p:nvSpPr>
        <p:spPr>
          <a:xfrm>
            <a:off x="8948738" y="1484313"/>
            <a:ext cx="2786062" cy="4648200"/>
          </a:xfrm>
        </p:spPr>
        <p:txBody>
          <a:bodyPr anchor="ctr" anchorCtr="0"/>
          <a:lstStyle>
            <a:lvl1pPr marL="0" indent="0" algn="ctr">
              <a:buNone/>
              <a:defRPr sz="1200"/>
            </a:lvl1pPr>
            <a:lvl2pPr marL="290513" indent="0">
              <a:buNone/>
              <a:defRPr/>
            </a:lvl2pPr>
            <a:lvl3pPr marL="582613" indent="0">
              <a:buNone/>
              <a:defRPr/>
            </a:lvl3pPr>
            <a:lvl4pPr marL="855663" indent="0">
              <a:buNone/>
              <a:defRPr/>
            </a:lvl4pPr>
            <a:lvl5pPr marL="1100138" indent="0">
              <a:buNone/>
              <a:defRPr/>
            </a:lvl5pPr>
          </a:lstStyle>
          <a:p>
            <a:pPr lvl="0"/>
            <a:r>
              <a:rPr lang="en-US" dirty="0"/>
              <a:t>Insert infographics within this area</a:t>
            </a:r>
          </a:p>
        </p:txBody>
      </p:sp>
      <p:cxnSp>
        <p:nvCxnSpPr>
          <p:cNvPr id="10" name="Straight Connector 9">
            <a:extLst>
              <a:ext uri="{FF2B5EF4-FFF2-40B4-BE49-F238E27FC236}">
                <a16:creationId xmlns:a16="http://schemas.microsoft.com/office/drawing/2014/main" id="{7F2620F7-0541-0B45-B341-1E1D12D1390B}"/>
              </a:ext>
            </a:extLst>
          </p:cNvPr>
          <p:cNvCxnSpPr/>
          <p:nvPr userDrawn="1"/>
        </p:nvCxnSpPr>
        <p:spPr>
          <a:xfrm>
            <a:off x="8748793" y="1483669"/>
            <a:ext cx="0" cy="4648844"/>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 name="Content Placeholder 3">
            <a:extLst>
              <a:ext uri="{FF2B5EF4-FFF2-40B4-BE49-F238E27FC236}">
                <a16:creationId xmlns:a16="http://schemas.microsoft.com/office/drawing/2014/main" id="{8D6F557C-3C26-B547-B21C-88ADA188DD02}"/>
              </a:ext>
            </a:extLst>
          </p:cNvPr>
          <p:cNvSpPr>
            <a:spLocks noGrp="1"/>
          </p:cNvSpPr>
          <p:nvPr>
            <p:ph sz="quarter" idx="18" hasCustomPrompt="1"/>
          </p:nvPr>
        </p:nvSpPr>
        <p:spPr>
          <a:xfrm>
            <a:off x="3865293" y="1484313"/>
            <a:ext cx="4702140" cy="4648200"/>
          </a:xfrm>
        </p:spPr>
        <p:txBody>
          <a:bodyPr anchor="ctr" anchorCtr="0"/>
          <a:lstStyle>
            <a:lvl1pPr marL="0" indent="0" algn="ctr">
              <a:buNone/>
              <a:defRPr sz="1200"/>
            </a:lvl1pPr>
            <a:lvl2pPr marL="290513" indent="0">
              <a:buNone/>
              <a:defRPr/>
            </a:lvl2pPr>
            <a:lvl3pPr marL="582613" indent="0">
              <a:buNone/>
              <a:defRPr/>
            </a:lvl3pPr>
            <a:lvl4pPr marL="855663" indent="0">
              <a:buNone/>
              <a:defRPr/>
            </a:lvl4pPr>
            <a:lvl5pPr marL="1100138" indent="0">
              <a:buNone/>
              <a:defRPr/>
            </a:lvl5pPr>
          </a:lstStyle>
          <a:p>
            <a:pPr lvl="0"/>
            <a:r>
              <a:rPr lang="en-US" dirty="0"/>
              <a:t>Insert infographics within this area</a:t>
            </a:r>
          </a:p>
        </p:txBody>
      </p:sp>
      <p:sp>
        <p:nvSpPr>
          <p:cNvPr id="12" name="Text Placeholder 10">
            <a:extLst>
              <a:ext uri="{FF2B5EF4-FFF2-40B4-BE49-F238E27FC236}">
                <a16:creationId xmlns:a16="http://schemas.microsoft.com/office/drawing/2014/main" id="{6A6C5533-0E3B-4A43-98F3-7F2AE6EEEA6D}"/>
              </a:ext>
            </a:extLst>
          </p:cNvPr>
          <p:cNvSpPr>
            <a:spLocks noGrp="1"/>
          </p:cNvSpPr>
          <p:nvPr>
            <p:ph type="body" sz="quarter" idx="19"/>
          </p:nvPr>
        </p:nvSpPr>
        <p:spPr>
          <a:xfrm>
            <a:off x="457200" y="3234978"/>
            <a:ext cx="3192651" cy="2897535"/>
          </a:xfrm>
        </p:spPr>
        <p:txBody>
          <a:bodyPr>
            <a:noAutofit/>
          </a:bodyPr>
          <a:lstStyle>
            <a:lvl1pPr marL="230188" indent="-230188">
              <a:spcBef>
                <a:spcPts val="0"/>
              </a:spcBef>
              <a:spcAft>
                <a:spcPts val="400"/>
              </a:spcAft>
              <a:buFont typeface="System Font Regular"/>
              <a:buChar char="–"/>
              <a:tabLst/>
              <a:defRPr sz="1500">
                <a:latin typeface="+mj-lt"/>
              </a:defRPr>
            </a:lvl1pPr>
            <a:lvl2pPr marL="230188" indent="-230188">
              <a:spcBef>
                <a:spcPts val="0"/>
              </a:spcBef>
              <a:spcAft>
                <a:spcPts val="400"/>
              </a:spcAft>
              <a:tabLst/>
              <a:defRPr sz="1500">
                <a:solidFill>
                  <a:schemeClr val="accent3"/>
                </a:solidFill>
                <a:latin typeface="+mj-lt"/>
              </a:defRPr>
            </a:lvl2pPr>
            <a:lvl3pPr marL="460375" indent="-223838">
              <a:spcBef>
                <a:spcPts val="0"/>
              </a:spcBef>
              <a:spcAft>
                <a:spcPts val="400"/>
              </a:spcAft>
              <a:tabLst/>
              <a:defRPr sz="1500">
                <a:solidFill>
                  <a:schemeClr val="accent3"/>
                </a:solidFill>
                <a:latin typeface="+mj-lt"/>
              </a:defRPr>
            </a:lvl3pPr>
            <a:lvl4pPr marL="690563" indent="-230188">
              <a:spcBef>
                <a:spcPts val="0"/>
              </a:spcBef>
              <a:spcAft>
                <a:spcPts val="400"/>
              </a:spcAft>
              <a:tabLst/>
              <a:defRPr sz="1500">
                <a:solidFill>
                  <a:schemeClr val="accent3"/>
                </a:solidFill>
                <a:latin typeface="+mj-lt"/>
              </a:defRPr>
            </a:lvl4pPr>
            <a:lvl5pPr marL="914400"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41716806"/>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Content w/ gray top">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022A485-3031-104C-93B7-435966E4994D}"/>
              </a:ext>
            </a:extLst>
          </p:cNvPr>
          <p:cNvSpPr/>
          <p:nvPr userDrawn="1"/>
        </p:nvSpPr>
        <p:spPr>
          <a:xfrm>
            <a:off x="0" y="0"/>
            <a:ext cx="12192000" cy="2844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457200" y="3302000"/>
            <a:ext cx="5638800" cy="1598774"/>
          </a:xfrm>
        </p:spPr>
        <p:txBody>
          <a:bodyPr anchor="t" anchorCtr="0">
            <a:noAutofit/>
          </a:bodyPr>
          <a:lstStyle>
            <a:lvl1pPr algn="l">
              <a:lnSpc>
                <a:spcPct val="80000"/>
              </a:lnSpc>
              <a:defRPr sz="4400">
                <a:solidFill>
                  <a:schemeClr val="tx1"/>
                </a:solidFill>
              </a:defRPr>
            </a:lvl1pPr>
          </a:lstStyle>
          <a:p>
            <a:r>
              <a:rPr lang="en-US" dirty="0"/>
              <a:t>Click to edit </a:t>
            </a:r>
            <a:br>
              <a:rPr lang="en-US" dirty="0"/>
            </a:br>
            <a:r>
              <a:rPr lang="en-US" dirty="0"/>
              <a:t>Master </a:t>
            </a:r>
            <a:br>
              <a:rPr lang="en-US" dirty="0"/>
            </a:br>
            <a:r>
              <a:rPr lang="en-US" dirty="0"/>
              <a:t>title style</a:t>
            </a:r>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solidFill>
                  <a:schemeClr val="tx2"/>
                </a:solidFill>
              </a:defRPr>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solidFill>
                  <a:schemeClr val="tx2"/>
                </a:solidFill>
              </a:defRPr>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4" name="Text Placeholder 13">
            <a:extLst>
              <a:ext uri="{FF2B5EF4-FFF2-40B4-BE49-F238E27FC236}">
                <a16:creationId xmlns:a16="http://schemas.microsoft.com/office/drawing/2014/main" id="{B3583DCB-C2A9-8D44-82F4-C2F87B09BE52}"/>
              </a:ext>
            </a:extLst>
          </p:cNvPr>
          <p:cNvSpPr>
            <a:spLocks noGrp="1"/>
          </p:cNvSpPr>
          <p:nvPr>
            <p:ph type="body" sz="quarter" idx="15"/>
          </p:nvPr>
        </p:nvSpPr>
        <p:spPr>
          <a:xfrm>
            <a:off x="457200" y="1387475"/>
            <a:ext cx="3549650" cy="636534"/>
          </a:xfrm>
        </p:spPr>
        <p:txBody>
          <a:bodyPr/>
          <a:lstStyle>
            <a:lvl1pPr marL="0" indent="0">
              <a:buNone/>
              <a:defRPr sz="4400">
                <a:solidFill>
                  <a:schemeClr val="tx1"/>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7" name="Text Placeholder 13">
            <a:extLst>
              <a:ext uri="{FF2B5EF4-FFF2-40B4-BE49-F238E27FC236}">
                <a16:creationId xmlns:a16="http://schemas.microsoft.com/office/drawing/2014/main" id="{CD5564F4-F564-D243-90A4-29A81E8B1643}"/>
              </a:ext>
            </a:extLst>
          </p:cNvPr>
          <p:cNvSpPr>
            <a:spLocks noGrp="1"/>
          </p:cNvSpPr>
          <p:nvPr>
            <p:ph type="body" sz="quarter" idx="16"/>
          </p:nvPr>
        </p:nvSpPr>
        <p:spPr>
          <a:xfrm>
            <a:off x="4320283" y="1387475"/>
            <a:ext cx="3549650" cy="636534"/>
          </a:xfrm>
        </p:spPr>
        <p:txBody>
          <a:bodyPr/>
          <a:lstStyle>
            <a:lvl1pPr marL="0" indent="0">
              <a:buNone/>
              <a:defRPr sz="4400">
                <a:solidFill>
                  <a:schemeClr val="tx1"/>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8" name="Text Placeholder 13">
            <a:extLst>
              <a:ext uri="{FF2B5EF4-FFF2-40B4-BE49-F238E27FC236}">
                <a16:creationId xmlns:a16="http://schemas.microsoft.com/office/drawing/2014/main" id="{029C3C3B-98EF-4B44-BB0A-8940FAB64FCD}"/>
              </a:ext>
            </a:extLst>
          </p:cNvPr>
          <p:cNvSpPr>
            <a:spLocks noGrp="1"/>
          </p:cNvSpPr>
          <p:nvPr>
            <p:ph type="body" sz="quarter" idx="17"/>
          </p:nvPr>
        </p:nvSpPr>
        <p:spPr>
          <a:xfrm>
            <a:off x="8183365" y="1387475"/>
            <a:ext cx="3549650" cy="636534"/>
          </a:xfrm>
        </p:spPr>
        <p:txBody>
          <a:bodyPr/>
          <a:lstStyle>
            <a:lvl1pPr marL="0" indent="0">
              <a:buNone/>
              <a:defRPr sz="4400">
                <a:solidFill>
                  <a:schemeClr val="tx1"/>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9" name="Text Placeholder 5">
            <a:extLst>
              <a:ext uri="{FF2B5EF4-FFF2-40B4-BE49-F238E27FC236}">
                <a16:creationId xmlns:a16="http://schemas.microsoft.com/office/drawing/2014/main" id="{73B81C94-B4A5-5B45-9AF6-02EAAAE1B2ED}"/>
              </a:ext>
            </a:extLst>
          </p:cNvPr>
          <p:cNvSpPr>
            <a:spLocks noGrp="1"/>
          </p:cNvSpPr>
          <p:nvPr>
            <p:ph type="body" sz="quarter" idx="18"/>
          </p:nvPr>
        </p:nvSpPr>
        <p:spPr>
          <a:xfrm>
            <a:off x="457200" y="2085654"/>
            <a:ext cx="3549650" cy="447525"/>
          </a:xfrm>
        </p:spPr>
        <p:txBody>
          <a:bodyPr/>
          <a:lstStyle>
            <a:lvl1pPr marL="0" indent="0">
              <a:spcBef>
                <a:spcPts val="0"/>
              </a:spcBef>
              <a:spcAft>
                <a:spcPts val="0"/>
              </a:spcAft>
              <a:buNone/>
              <a:defRPr sz="1500" b="0" i="0">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Edit Master text styles</a:t>
            </a:r>
          </a:p>
        </p:txBody>
      </p:sp>
      <p:sp>
        <p:nvSpPr>
          <p:cNvPr id="20" name="Text Placeholder 5">
            <a:extLst>
              <a:ext uri="{FF2B5EF4-FFF2-40B4-BE49-F238E27FC236}">
                <a16:creationId xmlns:a16="http://schemas.microsoft.com/office/drawing/2014/main" id="{C134E51F-B9D7-714C-A962-DAC3EA7E9B3B}"/>
              </a:ext>
            </a:extLst>
          </p:cNvPr>
          <p:cNvSpPr>
            <a:spLocks noGrp="1"/>
          </p:cNvSpPr>
          <p:nvPr>
            <p:ph type="body" sz="quarter" idx="19"/>
          </p:nvPr>
        </p:nvSpPr>
        <p:spPr>
          <a:xfrm>
            <a:off x="4310008" y="2085654"/>
            <a:ext cx="3549650" cy="447525"/>
          </a:xfrm>
        </p:spPr>
        <p:txBody>
          <a:bodyPr/>
          <a:lstStyle>
            <a:lvl1pPr marL="0" indent="0">
              <a:spcBef>
                <a:spcPts val="0"/>
              </a:spcBef>
              <a:spcAft>
                <a:spcPts val="0"/>
              </a:spcAft>
              <a:buNone/>
              <a:defRPr sz="1500" b="0" i="0">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Edit Master text styles</a:t>
            </a:r>
          </a:p>
        </p:txBody>
      </p:sp>
      <p:sp>
        <p:nvSpPr>
          <p:cNvPr id="21" name="Text Placeholder 5">
            <a:extLst>
              <a:ext uri="{FF2B5EF4-FFF2-40B4-BE49-F238E27FC236}">
                <a16:creationId xmlns:a16="http://schemas.microsoft.com/office/drawing/2014/main" id="{B8FBFB3F-D200-8E45-A44B-EBD239092EB0}"/>
              </a:ext>
            </a:extLst>
          </p:cNvPr>
          <p:cNvSpPr>
            <a:spLocks noGrp="1"/>
          </p:cNvSpPr>
          <p:nvPr>
            <p:ph type="body" sz="quarter" idx="20"/>
          </p:nvPr>
        </p:nvSpPr>
        <p:spPr>
          <a:xfrm>
            <a:off x="8173092" y="2085654"/>
            <a:ext cx="3549650" cy="447525"/>
          </a:xfrm>
        </p:spPr>
        <p:txBody>
          <a:bodyPr/>
          <a:lstStyle>
            <a:lvl1pPr marL="0" indent="0">
              <a:spcBef>
                <a:spcPts val="0"/>
              </a:spcBef>
              <a:spcAft>
                <a:spcPts val="0"/>
              </a:spcAft>
              <a:buNone/>
              <a:defRPr sz="1500" b="0" i="0">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Edit Master text styles</a:t>
            </a:r>
          </a:p>
        </p:txBody>
      </p:sp>
      <p:sp>
        <p:nvSpPr>
          <p:cNvPr id="15" name="Text Placeholder 10">
            <a:extLst>
              <a:ext uri="{FF2B5EF4-FFF2-40B4-BE49-F238E27FC236}">
                <a16:creationId xmlns:a16="http://schemas.microsoft.com/office/drawing/2014/main" id="{DB9533FB-101C-564C-A9B2-8BBC8342D8CB}"/>
              </a:ext>
            </a:extLst>
          </p:cNvPr>
          <p:cNvSpPr>
            <a:spLocks noGrp="1"/>
          </p:cNvSpPr>
          <p:nvPr>
            <p:ph type="body" sz="quarter" idx="21"/>
          </p:nvPr>
        </p:nvSpPr>
        <p:spPr>
          <a:xfrm>
            <a:off x="457200" y="5001689"/>
            <a:ext cx="5638800" cy="1240085"/>
          </a:xfrm>
        </p:spPr>
        <p:txBody>
          <a:bodyPr>
            <a:noAutofit/>
          </a:bodyPr>
          <a:lstStyle>
            <a:lvl1pPr marL="230188" indent="-230188">
              <a:spcBef>
                <a:spcPts val="0"/>
              </a:spcBef>
              <a:spcAft>
                <a:spcPts val="400"/>
              </a:spcAft>
              <a:buFont typeface="System Font Regular"/>
              <a:buChar char="–"/>
              <a:tabLst/>
              <a:defRPr sz="1500">
                <a:latin typeface="+mj-lt"/>
              </a:defRPr>
            </a:lvl1pPr>
            <a:lvl2pPr marL="230188" indent="-230188">
              <a:spcBef>
                <a:spcPts val="0"/>
              </a:spcBef>
              <a:spcAft>
                <a:spcPts val="400"/>
              </a:spcAft>
              <a:tabLst/>
              <a:defRPr sz="1500">
                <a:solidFill>
                  <a:schemeClr val="accent3"/>
                </a:solidFill>
                <a:latin typeface="+mj-lt"/>
              </a:defRPr>
            </a:lvl2pPr>
            <a:lvl3pPr marL="460375" indent="-223838">
              <a:spcBef>
                <a:spcPts val="0"/>
              </a:spcBef>
              <a:spcAft>
                <a:spcPts val="400"/>
              </a:spcAft>
              <a:tabLst/>
              <a:defRPr sz="1500">
                <a:solidFill>
                  <a:schemeClr val="accent3"/>
                </a:solidFill>
                <a:latin typeface="+mj-lt"/>
              </a:defRPr>
            </a:lvl3pPr>
            <a:lvl4pPr marL="690563" indent="-230188">
              <a:spcBef>
                <a:spcPts val="0"/>
              </a:spcBef>
              <a:spcAft>
                <a:spcPts val="400"/>
              </a:spcAft>
              <a:tabLst/>
              <a:defRPr sz="1500">
                <a:solidFill>
                  <a:schemeClr val="accent3"/>
                </a:solidFill>
                <a:latin typeface="+mj-lt"/>
              </a:defRPr>
            </a:lvl4pPr>
            <a:lvl5pPr marL="914400"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54665069"/>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Quote Slide Orang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1232900"/>
            <a:ext cx="11277600" cy="4708656"/>
          </a:xfrm>
        </p:spPr>
        <p:txBody>
          <a:bodyPr anchor="ctr" anchorCtr="0">
            <a:noAutofit/>
          </a:bodyPr>
          <a:lstStyle>
            <a:lvl1pPr algn="l">
              <a:lnSpc>
                <a:spcPct val="80000"/>
              </a:lnSpc>
              <a:defRPr sz="6000">
                <a:solidFill>
                  <a:schemeClr val="bg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solidFill>
                  <a:schemeClr val="bg1"/>
                </a:solidFill>
              </a:defRPr>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solidFill>
                  <a:schemeClr val="bg1"/>
                </a:solidFill>
              </a:defRPr>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0" name="Picture 9">
            <a:extLst>
              <a:ext uri="{FF2B5EF4-FFF2-40B4-BE49-F238E27FC236}">
                <a16:creationId xmlns:a16="http://schemas.microsoft.com/office/drawing/2014/main" id="{019F8FE3-FF5A-624D-A591-97864EAB295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3723896397"/>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ote Slide Whit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232900"/>
            <a:ext cx="11277600" cy="4708656"/>
          </a:xfrm>
        </p:spPr>
        <p:txBody>
          <a:bodyPr anchor="ctr" anchorCtr="0">
            <a:noAutofit/>
          </a:bodyPr>
          <a:lstStyle>
            <a:lvl1pPr algn="l">
              <a:lnSpc>
                <a:spcPct val="80000"/>
              </a:lnSpc>
              <a:defRPr sz="6000">
                <a:solidFill>
                  <a:schemeClr val="tx2"/>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solidFill>
                  <a:schemeClr val="tx2"/>
                </a:solidFill>
              </a:defRPr>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solidFill>
                  <a:schemeClr val="tx2"/>
                </a:solidFill>
              </a:defRPr>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4" name="Picture 13">
            <a:extLst>
              <a:ext uri="{FF2B5EF4-FFF2-40B4-BE49-F238E27FC236}">
                <a16:creationId xmlns:a16="http://schemas.microsoft.com/office/drawing/2014/main" id="{9DDEEA63-7DE6-284F-9F05-D9A33CE7D84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80747267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One Column Twe Picture Boxes">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3B1206E-A64A-F045-95E1-24068C9F08E7}"/>
              </a:ext>
            </a:extLst>
          </p:cNvPr>
          <p:cNvSpPr>
            <a:spLocks noGrp="1"/>
          </p:cNvSpPr>
          <p:nvPr>
            <p:ph type="pic" sz="quarter" idx="15" hasCustomPrompt="1"/>
          </p:nvPr>
        </p:nvSpPr>
        <p:spPr>
          <a:xfrm>
            <a:off x="4309118" y="1485900"/>
            <a:ext cx="3849205" cy="3572061"/>
          </a:xfrm>
          <a:solidFill>
            <a:schemeClr val="accent6"/>
          </a:solidFill>
        </p:spPr>
        <p:txBody>
          <a:bodyPr anchor="ctr" anchorCtr="0"/>
          <a:lstStyle>
            <a:lvl1pPr marL="0" indent="0" algn="ctr">
              <a:buNone/>
              <a:defRPr sz="1500"/>
            </a:lvl1pPr>
          </a:lstStyle>
          <a:p>
            <a:r>
              <a:rPr lang="en-US" dirty="0"/>
              <a:t>Insert Picture</a:t>
            </a:r>
          </a:p>
        </p:txBody>
      </p:sp>
      <p:sp>
        <p:nvSpPr>
          <p:cNvPr id="2" name="Title 1"/>
          <p:cNvSpPr>
            <a:spLocks noGrp="1"/>
          </p:cNvSpPr>
          <p:nvPr>
            <p:ph type="ctrTitle"/>
          </p:nvPr>
        </p:nvSpPr>
        <p:spPr>
          <a:xfrm>
            <a:off x="457200" y="1485900"/>
            <a:ext cx="3679371" cy="1649186"/>
          </a:xfrm>
        </p:spPr>
        <p:txBody>
          <a:bodyPr anchor="t" anchorCtr="0">
            <a:noAutofit/>
          </a:bodyPr>
          <a:lstStyle>
            <a:lvl1pPr algn="l">
              <a:lnSpc>
                <a:spcPct val="80000"/>
              </a:lnSpc>
              <a:defRPr sz="4400">
                <a:solidFill>
                  <a:schemeClr val="tx2"/>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solidFill>
                  <a:schemeClr val="tx2"/>
                </a:solidFill>
              </a:defRPr>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solidFill>
                  <a:schemeClr val="tx2"/>
                </a:solidFill>
              </a:defRPr>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2" name="Picture 11">
            <a:extLst>
              <a:ext uri="{FF2B5EF4-FFF2-40B4-BE49-F238E27FC236}">
                <a16:creationId xmlns:a16="http://schemas.microsoft.com/office/drawing/2014/main" id="{82DC73AC-0C8F-B04D-AA36-CBBE9383694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7" name="Text Placeholder 6">
            <a:extLst>
              <a:ext uri="{FF2B5EF4-FFF2-40B4-BE49-F238E27FC236}">
                <a16:creationId xmlns:a16="http://schemas.microsoft.com/office/drawing/2014/main" id="{755F2D2C-2732-3F46-8B67-8714402C7FF4}"/>
              </a:ext>
            </a:extLst>
          </p:cNvPr>
          <p:cNvSpPr>
            <a:spLocks noGrp="1"/>
          </p:cNvSpPr>
          <p:nvPr>
            <p:ph type="body" sz="quarter" idx="16"/>
          </p:nvPr>
        </p:nvSpPr>
        <p:spPr>
          <a:xfrm>
            <a:off x="4308475" y="5170489"/>
            <a:ext cx="3849688" cy="245574"/>
          </a:xfrm>
        </p:spPr>
        <p:txBody>
          <a:bodyPr/>
          <a:lstStyle>
            <a:lvl1pPr marL="0" indent="0">
              <a:buNone/>
              <a:defRPr sz="1200" b="0" i="0">
                <a:latin typeface="+mj-lt"/>
                <a:cs typeface="Calibri" panose="020F0502020204030204" pitchFamily="34" charset="0"/>
              </a:defRPr>
            </a:lvl1pPr>
            <a:lvl2pPr marL="290513" indent="0">
              <a:buNone/>
              <a:defRPr sz="1200"/>
            </a:lvl2pPr>
            <a:lvl3pPr marL="582613" indent="0">
              <a:buNone/>
              <a:defRPr sz="1200"/>
            </a:lvl3pPr>
            <a:lvl4pPr marL="855663" indent="0">
              <a:buNone/>
              <a:defRPr sz="1200"/>
            </a:lvl4pPr>
            <a:lvl5pPr marL="1100138" indent="0">
              <a:buNone/>
              <a:defRPr sz="1200"/>
            </a:lvl5pPr>
          </a:lstStyle>
          <a:p>
            <a:pPr lvl="0"/>
            <a:r>
              <a:rPr lang="en-US"/>
              <a:t>Edit Master text styles</a:t>
            </a:r>
          </a:p>
        </p:txBody>
      </p:sp>
      <p:sp>
        <p:nvSpPr>
          <p:cNvPr id="13" name="Picture Placeholder 3">
            <a:extLst>
              <a:ext uri="{FF2B5EF4-FFF2-40B4-BE49-F238E27FC236}">
                <a16:creationId xmlns:a16="http://schemas.microsoft.com/office/drawing/2014/main" id="{B04BC302-BF6F-9F4A-B866-30F63178BDC2}"/>
              </a:ext>
            </a:extLst>
          </p:cNvPr>
          <p:cNvSpPr>
            <a:spLocks noGrp="1"/>
          </p:cNvSpPr>
          <p:nvPr>
            <p:ph type="pic" sz="quarter" idx="17" hasCustomPrompt="1"/>
          </p:nvPr>
        </p:nvSpPr>
        <p:spPr>
          <a:xfrm>
            <a:off x="8341856" y="1485900"/>
            <a:ext cx="3849205" cy="3572061"/>
          </a:xfrm>
          <a:solidFill>
            <a:schemeClr val="accent6"/>
          </a:solidFill>
        </p:spPr>
        <p:txBody>
          <a:bodyPr anchor="ctr" anchorCtr="0"/>
          <a:lstStyle>
            <a:lvl1pPr marL="0" indent="0" algn="ctr">
              <a:buNone/>
              <a:defRPr sz="1500"/>
            </a:lvl1pPr>
          </a:lstStyle>
          <a:p>
            <a:r>
              <a:rPr lang="en-US" dirty="0"/>
              <a:t>Insert Picture</a:t>
            </a:r>
          </a:p>
        </p:txBody>
      </p:sp>
      <p:sp>
        <p:nvSpPr>
          <p:cNvPr id="14" name="Text Placeholder 6">
            <a:extLst>
              <a:ext uri="{FF2B5EF4-FFF2-40B4-BE49-F238E27FC236}">
                <a16:creationId xmlns:a16="http://schemas.microsoft.com/office/drawing/2014/main" id="{862EB926-2F74-D64F-A4CD-EC5E10070E64}"/>
              </a:ext>
            </a:extLst>
          </p:cNvPr>
          <p:cNvSpPr>
            <a:spLocks noGrp="1"/>
          </p:cNvSpPr>
          <p:nvPr>
            <p:ph type="body" sz="quarter" idx="18"/>
          </p:nvPr>
        </p:nvSpPr>
        <p:spPr>
          <a:xfrm>
            <a:off x="8341213" y="5170489"/>
            <a:ext cx="3849688" cy="245574"/>
          </a:xfrm>
        </p:spPr>
        <p:txBody>
          <a:bodyPr/>
          <a:lstStyle>
            <a:lvl1pPr marL="0" indent="0">
              <a:buNone/>
              <a:defRPr sz="1200" b="0" i="0">
                <a:latin typeface="+mj-lt"/>
                <a:cs typeface="Calibri" panose="020F0502020204030204" pitchFamily="34" charset="0"/>
              </a:defRPr>
            </a:lvl1pPr>
            <a:lvl2pPr marL="290513" indent="0">
              <a:buNone/>
              <a:defRPr sz="1200"/>
            </a:lvl2pPr>
            <a:lvl3pPr marL="582613" indent="0">
              <a:buNone/>
              <a:defRPr sz="1200"/>
            </a:lvl3pPr>
            <a:lvl4pPr marL="855663" indent="0">
              <a:buNone/>
              <a:defRPr sz="1200"/>
            </a:lvl4pPr>
            <a:lvl5pPr marL="1100138" indent="0">
              <a:buNone/>
              <a:defRPr sz="1200"/>
            </a:lvl5pPr>
          </a:lstStyle>
          <a:p>
            <a:pPr lvl="0"/>
            <a:r>
              <a:rPr lang="en-US"/>
              <a:t>Edit Master text styles</a:t>
            </a:r>
          </a:p>
        </p:txBody>
      </p:sp>
      <p:sp>
        <p:nvSpPr>
          <p:cNvPr id="15" name="Text Placeholder 10">
            <a:extLst>
              <a:ext uri="{FF2B5EF4-FFF2-40B4-BE49-F238E27FC236}">
                <a16:creationId xmlns:a16="http://schemas.microsoft.com/office/drawing/2014/main" id="{6C2F399F-28D4-9E43-B164-5A6B7AA1442D}"/>
              </a:ext>
            </a:extLst>
          </p:cNvPr>
          <p:cNvSpPr>
            <a:spLocks noGrp="1"/>
          </p:cNvSpPr>
          <p:nvPr>
            <p:ph type="body" sz="quarter" idx="19"/>
          </p:nvPr>
        </p:nvSpPr>
        <p:spPr>
          <a:xfrm>
            <a:off x="457200" y="3234978"/>
            <a:ext cx="3667742" cy="1822983"/>
          </a:xfrm>
        </p:spPr>
        <p:txBody>
          <a:bodyPr>
            <a:noAutofit/>
          </a:bodyPr>
          <a:lstStyle>
            <a:lvl1pPr marL="230188" indent="-230188">
              <a:spcBef>
                <a:spcPts val="0"/>
              </a:spcBef>
              <a:spcAft>
                <a:spcPts val="400"/>
              </a:spcAft>
              <a:buFont typeface="System Font Regular"/>
              <a:buChar char="–"/>
              <a:tabLst/>
              <a:defRPr sz="1500">
                <a:latin typeface="+mj-lt"/>
              </a:defRPr>
            </a:lvl1pPr>
            <a:lvl2pPr marL="230188" indent="-230188">
              <a:spcBef>
                <a:spcPts val="0"/>
              </a:spcBef>
              <a:spcAft>
                <a:spcPts val="400"/>
              </a:spcAft>
              <a:tabLst/>
              <a:defRPr sz="1500">
                <a:solidFill>
                  <a:schemeClr val="accent3"/>
                </a:solidFill>
                <a:latin typeface="+mj-lt"/>
              </a:defRPr>
            </a:lvl2pPr>
            <a:lvl3pPr marL="460375" indent="-223838">
              <a:spcBef>
                <a:spcPts val="0"/>
              </a:spcBef>
              <a:spcAft>
                <a:spcPts val="400"/>
              </a:spcAft>
              <a:tabLst/>
              <a:defRPr sz="1500">
                <a:solidFill>
                  <a:schemeClr val="accent3"/>
                </a:solidFill>
                <a:latin typeface="+mj-lt"/>
              </a:defRPr>
            </a:lvl3pPr>
            <a:lvl4pPr marL="690563" indent="-230188">
              <a:spcBef>
                <a:spcPts val="0"/>
              </a:spcBef>
              <a:spcAft>
                <a:spcPts val="400"/>
              </a:spcAft>
              <a:tabLst/>
              <a:defRPr sz="1500">
                <a:solidFill>
                  <a:schemeClr val="accent3"/>
                </a:solidFill>
                <a:latin typeface="+mj-lt"/>
              </a:defRPr>
            </a:lvl4pPr>
            <a:lvl5pPr marL="914400"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48148067"/>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One Column Infographic Box">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433888" y="1485900"/>
            <a:ext cx="7300912" cy="4456113"/>
          </a:xfrm>
          <a:noFill/>
        </p:spPr>
        <p:txBody>
          <a:bodyPr anchor="ctr" anchorCtr="0"/>
          <a:lstStyle>
            <a:lvl1pPr marL="0" indent="0" algn="ctr">
              <a:buNone/>
              <a:defRPr sz="1600"/>
            </a:lvl1pPr>
          </a:lstStyle>
          <a:p>
            <a:pPr lvl="0"/>
            <a:r>
              <a:rPr lang="en-US" dirty="0"/>
              <a:t>Insert infographics within this area</a:t>
            </a:r>
          </a:p>
        </p:txBody>
      </p:sp>
      <p:sp>
        <p:nvSpPr>
          <p:cNvPr id="10" name="Title 1">
            <a:extLst>
              <a:ext uri="{FF2B5EF4-FFF2-40B4-BE49-F238E27FC236}">
                <a16:creationId xmlns:a16="http://schemas.microsoft.com/office/drawing/2014/main" id="{1ACA16BD-E4B6-9444-B185-131F327A874C}"/>
              </a:ext>
            </a:extLst>
          </p:cNvPr>
          <p:cNvSpPr>
            <a:spLocks noGrp="1"/>
          </p:cNvSpPr>
          <p:nvPr>
            <p:ph type="ctrTitle"/>
          </p:nvPr>
        </p:nvSpPr>
        <p:spPr>
          <a:xfrm>
            <a:off x="457200" y="1485900"/>
            <a:ext cx="3679371" cy="1649186"/>
          </a:xfrm>
        </p:spPr>
        <p:txBody>
          <a:bodyPr anchor="t" anchorCtr="0">
            <a:noAutofit/>
          </a:bodyPr>
          <a:lstStyle>
            <a:lvl1pPr algn="l">
              <a:lnSpc>
                <a:spcPct val="80000"/>
              </a:lnSpc>
              <a:defRPr sz="4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B9479803-0328-0048-8006-F62792C416FF}"/>
              </a:ext>
            </a:extLst>
          </p:cNvPr>
          <p:cNvSpPr>
            <a:spLocks noGrp="1"/>
          </p:cNvSpPr>
          <p:nvPr>
            <p:ph type="body" sz="quarter" idx="16"/>
          </p:nvPr>
        </p:nvSpPr>
        <p:spPr>
          <a:xfrm>
            <a:off x="457200" y="6265985"/>
            <a:ext cx="3679825" cy="311028"/>
          </a:xfrm>
        </p:spPr>
        <p:txBody>
          <a:bodyPr anchor="b" anchorCtr="0"/>
          <a:lstStyle>
            <a:lvl1pPr marL="0" indent="0">
              <a:spcBef>
                <a:spcPts val="0"/>
              </a:spcBef>
              <a:buNone/>
              <a:defRPr sz="800">
                <a:latin typeface="+mj-lt"/>
              </a:defRPr>
            </a:lvl1pPr>
            <a:lvl2pPr marL="290513" indent="0">
              <a:spcBef>
                <a:spcPts val="0"/>
              </a:spcBef>
              <a:buNone/>
              <a:defRPr sz="1050"/>
            </a:lvl2pPr>
            <a:lvl3pPr marL="582613" indent="0">
              <a:spcBef>
                <a:spcPts val="0"/>
              </a:spcBef>
              <a:buNone/>
              <a:defRPr sz="1050"/>
            </a:lvl3pPr>
            <a:lvl4pPr marL="855663" indent="0">
              <a:spcBef>
                <a:spcPts val="0"/>
              </a:spcBef>
              <a:buNone/>
              <a:defRPr sz="1050"/>
            </a:lvl4pPr>
            <a:lvl5pPr marL="1100138" indent="0">
              <a:spcBef>
                <a:spcPts val="0"/>
              </a:spcBef>
              <a:buNone/>
              <a:defRPr sz="1050"/>
            </a:lvl5pPr>
          </a:lstStyle>
          <a:p>
            <a:pPr lvl="0"/>
            <a:r>
              <a:rPr lang="en-US"/>
              <a:t>Edit Master text styles</a:t>
            </a:r>
          </a:p>
        </p:txBody>
      </p:sp>
      <p:sp>
        <p:nvSpPr>
          <p:cNvPr id="12" name="Text Placeholder 10">
            <a:extLst>
              <a:ext uri="{FF2B5EF4-FFF2-40B4-BE49-F238E27FC236}">
                <a16:creationId xmlns:a16="http://schemas.microsoft.com/office/drawing/2014/main" id="{6CEDD1B3-BEED-F34A-B2B4-FB9C258BD230}"/>
              </a:ext>
            </a:extLst>
          </p:cNvPr>
          <p:cNvSpPr>
            <a:spLocks noGrp="1"/>
          </p:cNvSpPr>
          <p:nvPr>
            <p:ph type="body" sz="quarter" idx="19"/>
          </p:nvPr>
        </p:nvSpPr>
        <p:spPr>
          <a:xfrm>
            <a:off x="457200" y="3234978"/>
            <a:ext cx="3667742" cy="1822983"/>
          </a:xfrm>
        </p:spPr>
        <p:txBody>
          <a:bodyPr>
            <a:noAutofit/>
          </a:bodyPr>
          <a:lstStyle>
            <a:lvl1pPr marL="230188" indent="-230188">
              <a:spcBef>
                <a:spcPts val="0"/>
              </a:spcBef>
              <a:spcAft>
                <a:spcPts val="400"/>
              </a:spcAft>
              <a:buFont typeface="System Font Regular"/>
              <a:buChar char="–"/>
              <a:tabLst/>
              <a:defRPr sz="1500">
                <a:latin typeface="+mj-lt"/>
              </a:defRPr>
            </a:lvl1pPr>
            <a:lvl2pPr marL="460375" indent="-223838">
              <a:spcBef>
                <a:spcPts val="0"/>
              </a:spcBef>
              <a:spcAft>
                <a:spcPts val="400"/>
              </a:spcAft>
              <a:tabLst/>
              <a:defRPr sz="15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9665918"/>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Picture Boxes Slide">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3B1206E-A64A-F045-95E1-24068C9F08E7}"/>
              </a:ext>
            </a:extLst>
          </p:cNvPr>
          <p:cNvSpPr>
            <a:spLocks noGrp="1"/>
          </p:cNvSpPr>
          <p:nvPr>
            <p:ph type="pic" sz="quarter" idx="15" hasCustomPrompt="1"/>
          </p:nvPr>
        </p:nvSpPr>
        <p:spPr>
          <a:xfrm>
            <a:off x="457200" y="2214542"/>
            <a:ext cx="7701124" cy="3488834"/>
          </a:xfrm>
          <a:solidFill>
            <a:schemeClr val="accent6"/>
          </a:solidFill>
        </p:spPr>
        <p:txBody>
          <a:bodyPr anchor="ctr" anchorCtr="0"/>
          <a:lstStyle>
            <a:lvl1pPr marL="0" indent="0" algn="ctr">
              <a:buNone/>
              <a:defRPr sz="1500"/>
            </a:lvl1pPr>
          </a:lstStyle>
          <a:p>
            <a:r>
              <a:rPr lang="en-US" dirty="0"/>
              <a:t>Insert Picture</a:t>
            </a:r>
          </a:p>
        </p:txBody>
      </p:sp>
      <p:sp>
        <p:nvSpPr>
          <p:cNvPr id="2" name="Title 1"/>
          <p:cNvSpPr>
            <a:spLocks noGrp="1"/>
          </p:cNvSpPr>
          <p:nvPr>
            <p:ph type="ctrTitle"/>
          </p:nvPr>
        </p:nvSpPr>
        <p:spPr>
          <a:xfrm>
            <a:off x="457199" y="1485900"/>
            <a:ext cx="7700963" cy="728642"/>
          </a:xfrm>
        </p:spPr>
        <p:txBody>
          <a:bodyPr anchor="t" anchorCtr="0">
            <a:noAutofit/>
          </a:bodyPr>
          <a:lstStyle>
            <a:lvl1pPr algn="l">
              <a:lnSpc>
                <a:spcPct val="80000"/>
              </a:lnSpc>
              <a:defRPr sz="4400">
                <a:solidFill>
                  <a:schemeClr val="tx2"/>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solidFill>
                  <a:schemeClr val="tx2"/>
                </a:solidFill>
              </a:defRPr>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solidFill>
                  <a:schemeClr val="tx2"/>
                </a:solidFill>
              </a:defRPr>
            </a:lvl1pPr>
          </a:lstStyle>
          <a:p>
            <a:fld id="{CCA08CA8-4222-D24F-ACDB-33341C247B6F}" type="slidenum">
              <a:rPr lang="en-US" smtClean="0"/>
              <a:pPr/>
              <a:t>‹#›</a:t>
            </a:fld>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2" name="Picture 11">
            <a:extLst>
              <a:ext uri="{FF2B5EF4-FFF2-40B4-BE49-F238E27FC236}">
                <a16:creationId xmlns:a16="http://schemas.microsoft.com/office/drawing/2014/main" id="{82DC73AC-0C8F-B04D-AA36-CBBE9383694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7" name="Text Placeholder 6">
            <a:extLst>
              <a:ext uri="{FF2B5EF4-FFF2-40B4-BE49-F238E27FC236}">
                <a16:creationId xmlns:a16="http://schemas.microsoft.com/office/drawing/2014/main" id="{755F2D2C-2732-3F46-8B67-8714402C7FF4}"/>
              </a:ext>
            </a:extLst>
          </p:cNvPr>
          <p:cNvSpPr>
            <a:spLocks noGrp="1"/>
          </p:cNvSpPr>
          <p:nvPr>
            <p:ph type="body" sz="quarter" idx="16"/>
          </p:nvPr>
        </p:nvSpPr>
        <p:spPr>
          <a:xfrm>
            <a:off x="457200" y="5841830"/>
            <a:ext cx="7700963" cy="245574"/>
          </a:xfrm>
        </p:spPr>
        <p:txBody>
          <a:bodyPr/>
          <a:lstStyle>
            <a:lvl1pPr marL="0" indent="0">
              <a:buNone/>
              <a:defRPr sz="1200" b="0" i="0">
                <a:latin typeface="+mj-lt"/>
                <a:cs typeface="Calibri" panose="020F0502020204030204" pitchFamily="34" charset="0"/>
              </a:defRPr>
            </a:lvl1pPr>
            <a:lvl2pPr marL="290513" indent="0">
              <a:buNone/>
              <a:defRPr sz="1200"/>
            </a:lvl2pPr>
            <a:lvl3pPr marL="582613" indent="0">
              <a:buNone/>
              <a:defRPr sz="1200"/>
            </a:lvl3pPr>
            <a:lvl4pPr marL="855663" indent="0">
              <a:buNone/>
              <a:defRPr sz="1200"/>
            </a:lvl4pPr>
            <a:lvl5pPr marL="1100138" indent="0">
              <a:buNone/>
              <a:defRPr sz="1200"/>
            </a:lvl5pPr>
          </a:lstStyle>
          <a:p>
            <a:pPr lvl="0"/>
            <a:r>
              <a:rPr lang="en-US"/>
              <a:t>Edit Master text styles</a:t>
            </a:r>
          </a:p>
        </p:txBody>
      </p:sp>
      <p:sp>
        <p:nvSpPr>
          <p:cNvPr id="13" name="Picture Placeholder 3">
            <a:extLst>
              <a:ext uri="{FF2B5EF4-FFF2-40B4-BE49-F238E27FC236}">
                <a16:creationId xmlns:a16="http://schemas.microsoft.com/office/drawing/2014/main" id="{B04BC302-BF6F-9F4A-B866-30F63178BDC2}"/>
              </a:ext>
            </a:extLst>
          </p:cNvPr>
          <p:cNvSpPr>
            <a:spLocks noGrp="1"/>
          </p:cNvSpPr>
          <p:nvPr>
            <p:ph type="pic" sz="quarter" idx="17" hasCustomPrompt="1"/>
          </p:nvPr>
        </p:nvSpPr>
        <p:spPr>
          <a:xfrm>
            <a:off x="8341856" y="2214542"/>
            <a:ext cx="3849205" cy="3488834"/>
          </a:xfrm>
          <a:solidFill>
            <a:schemeClr val="accent6"/>
          </a:solidFill>
        </p:spPr>
        <p:txBody>
          <a:bodyPr anchor="ctr" anchorCtr="0"/>
          <a:lstStyle>
            <a:lvl1pPr marL="0" indent="0" algn="ctr">
              <a:buNone/>
              <a:defRPr sz="1500"/>
            </a:lvl1pPr>
          </a:lstStyle>
          <a:p>
            <a:r>
              <a:rPr lang="en-US" dirty="0"/>
              <a:t>Insert Picture</a:t>
            </a:r>
          </a:p>
        </p:txBody>
      </p:sp>
      <p:sp>
        <p:nvSpPr>
          <p:cNvPr id="14" name="Text Placeholder 6">
            <a:extLst>
              <a:ext uri="{FF2B5EF4-FFF2-40B4-BE49-F238E27FC236}">
                <a16:creationId xmlns:a16="http://schemas.microsoft.com/office/drawing/2014/main" id="{862EB926-2F74-D64F-A4CD-EC5E10070E64}"/>
              </a:ext>
            </a:extLst>
          </p:cNvPr>
          <p:cNvSpPr>
            <a:spLocks noGrp="1"/>
          </p:cNvSpPr>
          <p:nvPr>
            <p:ph type="body" sz="quarter" idx="18"/>
          </p:nvPr>
        </p:nvSpPr>
        <p:spPr>
          <a:xfrm>
            <a:off x="8341213" y="5841830"/>
            <a:ext cx="3849688" cy="245574"/>
          </a:xfrm>
        </p:spPr>
        <p:txBody>
          <a:bodyPr/>
          <a:lstStyle>
            <a:lvl1pPr marL="0" indent="0">
              <a:buNone/>
              <a:defRPr sz="1200" b="0" i="0">
                <a:latin typeface="+mj-lt"/>
                <a:cs typeface="Calibri" panose="020F0502020204030204" pitchFamily="34" charset="0"/>
              </a:defRPr>
            </a:lvl1pPr>
            <a:lvl2pPr marL="290513" indent="0">
              <a:buNone/>
              <a:defRPr sz="1200"/>
            </a:lvl2pPr>
            <a:lvl3pPr marL="582613" indent="0">
              <a:buNone/>
              <a:defRPr sz="1200"/>
            </a:lvl3pPr>
            <a:lvl4pPr marL="855663" indent="0">
              <a:buNone/>
              <a:defRPr sz="1200"/>
            </a:lvl4pPr>
            <a:lvl5pPr marL="1100138" indent="0">
              <a:buNone/>
              <a:defRPr sz="1200"/>
            </a:lvl5pPr>
          </a:lstStyle>
          <a:p>
            <a:pPr lvl="0"/>
            <a:r>
              <a:rPr lang="en-US"/>
              <a:t>Edit Master text styles</a:t>
            </a:r>
          </a:p>
        </p:txBody>
      </p:sp>
      <p:sp>
        <p:nvSpPr>
          <p:cNvPr id="16" name="Text Placeholder 15">
            <a:extLst>
              <a:ext uri="{FF2B5EF4-FFF2-40B4-BE49-F238E27FC236}">
                <a16:creationId xmlns:a16="http://schemas.microsoft.com/office/drawing/2014/main" id="{C3C935CB-FC55-5340-B422-F68ABAB4969C}"/>
              </a:ext>
            </a:extLst>
          </p:cNvPr>
          <p:cNvSpPr>
            <a:spLocks noGrp="1"/>
          </p:cNvSpPr>
          <p:nvPr>
            <p:ph type="body" sz="quarter" idx="19"/>
          </p:nvPr>
        </p:nvSpPr>
        <p:spPr>
          <a:xfrm>
            <a:off x="8340725" y="1485900"/>
            <a:ext cx="3394075" cy="614363"/>
          </a:xfrm>
        </p:spPr>
        <p:txBody>
          <a:bodyPr/>
          <a:lstStyle>
            <a:lvl1pPr marL="0" indent="0">
              <a:spcBef>
                <a:spcPts val="0"/>
              </a:spcBef>
              <a:buNone/>
              <a:defRPr sz="1500">
                <a:latin typeface="+mj-lt"/>
              </a:defRPr>
            </a:lvl1pPr>
            <a:lvl2pPr marL="290513" indent="0">
              <a:spcBef>
                <a:spcPts val="0"/>
              </a:spcBef>
              <a:buNone/>
              <a:defRPr sz="1500">
                <a:latin typeface="+mj-lt"/>
              </a:defRPr>
            </a:lvl2pPr>
            <a:lvl3pPr marL="582613" indent="0">
              <a:spcBef>
                <a:spcPts val="0"/>
              </a:spcBef>
              <a:buNone/>
              <a:defRPr sz="1500">
                <a:latin typeface="+mj-lt"/>
              </a:defRPr>
            </a:lvl3pPr>
            <a:lvl4pPr marL="855663" indent="0">
              <a:spcBef>
                <a:spcPts val="0"/>
              </a:spcBef>
              <a:buNone/>
              <a:defRPr sz="1500">
                <a:latin typeface="+mj-lt"/>
              </a:defRPr>
            </a:lvl4pPr>
            <a:lvl5pPr marL="1100138" indent="0">
              <a:spcBef>
                <a:spcPts val="0"/>
              </a:spcBef>
              <a:buNone/>
              <a:defRPr sz="1500">
                <a:latin typeface="+mj-lt"/>
              </a:defRPr>
            </a:lvl5pPr>
          </a:lstStyle>
          <a:p>
            <a:pPr lvl="0"/>
            <a:r>
              <a:rPr lang="en-US"/>
              <a:t>Edit Master text styles</a:t>
            </a:r>
          </a:p>
        </p:txBody>
      </p:sp>
    </p:spTree>
    <p:extLst>
      <p:ext uri="{BB962C8B-B14F-4D97-AF65-F5344CB8AC3E}">
        <p14:creationId xmlns:p14="http://schemas.microsoft.com/office/powerpoint/2010/main" val="860731747"/>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End Slide Orang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705356"/>
            <a:ext cx="11277600" cy="3447288"/>
          </a:xfrm>
        </p:spPr>
        <p:txBody>
          <a:bodyPr anchor="ctr" anchorCtr="0">
            <a:noAutofit/>
          </a:bodyPr>
          <a:lstStyle>
            <a:lvl1pPr algn="l">
              <a:lnSpc>
                <a:spcPct val="80000"/>
              </a:lnSpc>
              <a:defRPr sz="8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821754888"/>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nd Slide Whit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705356"/>
            <a:ext cx="11277600" cy="3447288"/>
          </a:xfrm>
        </p:spPr>
        <p:txBody>
          <a:bodyPr anchor="ctr" anchorCtr="0">
            <a:noAutofit/>
          </a:bodyPr>
          <a:lstStyle>
            <a:lvl1pPr algn="l">
              <a:lnSpc>
                <a:spcPct val="80000"/>
              </a:lnSpc>
              <a:defRPr sz="8800">
                <a:solidFill>
                  <a:schemeClr val="tx2"/>
                </a:solidFill>
              </a:defRPr>
            </a:lvl1pPr>
          </a:lstStyle>
          <a:p>
            <a:r>
              <a:rPr lang="en-US"/>
              <a:t>Click to edit Master title style</a:t>
            </a:r>
            <a:endParaRPr lang="en-US" dirty="0"/>
          </a:p>
        </p:txBody>
      </p:sp>
      <p:pic>
        <p:nvPicPr>
          <p:cNvPr id="4" name="Picture 3">
            <a:extLst>
              <a:ext uri="{FF2B5EF4-FFF2-40B4-BE49-F238E27FC236}">
                <a16:creationId xmlns:a16="http://schemas.microsoft.com/office/drawing/2014/main" id="{3134B387-8E5D-BC42-B9C5-15885C27AF8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9873797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act Slide White">
    <p:bg>
      <p:bgRef idx="1001">
        <a:schemeClr val="bg1"/>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6" name="Text Placeholder 4">
            <a:extLst>
              <a:ext uri="{FF2B5EF4-FFF2-40B4-BE49-F238E27FC236}">
                <a16:creationId xmlns:a16="http://schemas.microsoft.com/office/drawing/2014/main" id="{5EC6E547-EACF-304E-A8A1-B89AA8072024}"/>
              </a:ext>
            </a:extLst>
          </p:cNvPr>
          <p:cNvSpPr>
            <a:spLocks noGrp="1"/>
          </p:cNvSpPr>
          <p:nvPr>
            <p:ph type="body" sz="quarter" idx="17"/>
          </p:nvPr>
        </p:nvSpPr>
        <p:spPr>
          <a:xfrm>
            <a:off x="4792607"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684" y="1133447"/>
            <a:ext cx="1797646" cy="1152337"/>
          </a:xfrm>
          <a:prstGeom prst="rect">
            <a:avLst/>
          </a:prstGeom>
        </p:spPr>
      </p:pic>
    </p:spTree>
    <p:extLst>
      <p:ext uri="{BB962C8B-B14F-4D97-AF65-F5344CB8AC3E}">
        <p14:creationId xmlns:p14="http://schemas.microsoft.com/office/powerpoint/2010/main" val="1573514717"/>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act Slide Orange">
    <p:bg>
      <p:bgRef idx="1001">
        <a:schemeClr val="bg1"/>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6" name="Text Placeholder 4">
            <a:extLst>
              <a:ext uri="{FF2B5EF4-FFF2-40B4-BE49-F238E27FC236}">
                <a16:creationId xmlns:a16="http://schemas.microsoft.com/office/drawing/2014/main" id="{5EC6E547-EACF-304E-A8A1-B89AA8072024}"/>
              </a:ext>
            </a:extLst>
          </p:cNvPr>
          <p:cNvSpPr>
            <a:spLocks noGrp="1"/>
          </p:cNvSpPr>
          <p:nvPr>
            <p:ph type="body" sz="quarter" idx="17"/>
          </p:nvPr>
        </p:nvSpPr>
        <p:spPr>
          <a:xfrm>
            <a:off x="4792607"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684" y="1133447"/>
            <a:ext cx="1797645" cy="1152337"/>
          </a:xfrm>
          <a:prstGeom prst="rect">
            <a:avLst/>
          </a:prstGeom>
        </p:spPr>
      </p:pic>
    </p:spTree>
    <p:extLst>
      <p:ext uri="{BB962C8B-B14F-4D97-AF65-F5344CB8AC3E}">
        <p14:creationId xmlns:p14="http://schemas.microsoft.com/office/powerpoint/2010/main" val="237826695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57200"/>
            <a:ext cx="11277600" cy="1233488"/>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457200" y="1825625"/>
            <a:ext cx="11277600" cy="3905872"/>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6176963"/>
            <a:ext cx="3124200" cy="365125"/>
          </a:xfrm>
          <a:prstGeom prst="rect">
            <a:avLst/>
          </a:prstGeom>
        </p:spPr>
        <p:txBody>
          <a:bodyPr vert="horz" lIns="0" tIns="0" rIns="0" bIns="0" rtlCol="0" anchor="b" anchorCtr="0">
            <a:noAutofit/>
          </a:bodyPr>
          <a:lstStyle>
            <a:lvl1pPr algn="l">
              <a:defRPr sz="1200">
                <a:solidFill>
                  <a:schemeClr val="tx2"/>
                </a:solidFill>
              </a:defRPr>
            </a:lvl1pPr>
          </a:lstStyle>
          <a:p>
            <a:fld id="{0CCCACD6-8279-7A43-AFDE-A51255A0F160}" type="datetime1">
              <a:rPr lang="en-US" smtClean="0"/>
              <a:t>8/17/2026</a:t>
            </a:fld>
            <a:endParaRPr lang="en-US" dirty="0"/>
          </a:p>
        </p:txBody>
      </p:sp>
      <p:sp>
        <p:nvSpPr>
          <p:cNvPr id="5" name="Footer Placeholder 4"/>
          <p:cNvSpPr>
            <a:spLocks noGrp="1"/>
          </p:cNvSpPr>
          <p:nvPr>
            <p:ph type="ftr" sz="quarter" idx="3"/>
          </p:nvPr>
        </p:nvSpPr>
        <p:spPr>
          <a:xfrm>
            <a:off x="4038600" y="6176963"/>
            <a:ext cx="4114800" cy="365125"/>
          </a:xfrm>
          <a:prstGeom prst="rect">
            <a:avLst/>
          </a:prstGeom>
        </p:spPr>
        <p:txBody>
          <a:bodyPr vert="horz" lIns="0" tIns="0" rIns="0" bIns="0" rtlCol="0" anchor="b" anchorCtr="0">
            <a:noAutofit/>
          </a:bodyPr>
          <a:lstStyle>
            <a:lvl1pPr algn="ctr">
              <a:defRPr sz="1200">
                <a:solidFill>
                  <a:schemeClr val="tx2"/>
                </a:solidFill>
              </a:defRPr>
            </a:lvl1pPr>
          </a:lstStyle>
          <a:p>
            <a:r>
              <a:rPr lang="en-US" dirty="0"/>
              <a:t>©2021 Exl Service Holdings, Inc. All rights reserved.</a:t>
            </a:r>
          </a:p>
        </p:txBody>
      </p:sp>
      <p:sp>
        <p:nvSpPr>
          <p:cNvPr id="6" name="Slide Number Placeholder 5"/>
          <p:cNvSpPr>
            <a:spLocks noGrp="1"/>
          </p:cNvSpPr>
          <p:nvPr>
            <p:ph type="sldNum" sz="quarter" idx="4"/>
          </p:nvPr>
        </p:nvSpPr>
        <p:spPr>
          <a:xfrm>
            <a:off x="8991600" y="6176963"/>
            <a:ext cx="2743200" cy="365125"/>
          </a:xfrm>
          <a:prstGeom prst="rect">
            <a:avLst/>
          </a:prstGeom>
        </p:spPr>
        <p:txBody>
          <a:bodyPr vert="horz" lIns="0" tIns="0" rIns="0" bIns="0" rtlCol="0" anchor="b" anchorCtr="0">
            <a:noAutofit/>
          </a:bodyPr>
          <a:lstStyle>
            <a:lvl1pPr algn="r">
              <a:defRPr sz="1200">
                <a:solidFill>
                  <a:schemeClr val="tx2"/>
                </a:solidFill>
              </a:defRPr>
            </a:lvl1pPr>
          </a:lstStyle>
          <a:p>
            <a:fld id="{CCA08CA8-4222-D24F-ACDB-33341C247B6F}" type="slidenum">
              <a:rPr lang="en-US" smtClean="0"/>
              <a:pPr/>
              <a:t>‹#›</a:t>
            </a:fld>
            <a:endParaRPr lang="en-US" dirty="0"/>
          </a:p>
        </p:txBody>
      </p:sp>
    </p:spTree>
    <p:extLst>
      <p:ext uri="{BB962C8B-B14F-4D97-AF65-F5344CB8AC3E}">
        <p14:creationId xmlns:p14="http://schemas.microsoft.com/office/powerpoint/2010/main" val="2537403804"/>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61" r:id="rId3"/>
    <p:sldLayoutId id="2147483675"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717" r:id="rId15"/>
    <p:sldLayoutId id="2147483688" r:id="rId16"/>
    <p:sldLayoutId id="2147483689" r:id="rId17"/>
    <p:sldLayoutId id="2147483690" r:id="rId18"/>
    <p:sldLayoutId id="2147483700" r:id="rId19"/>
    <p:sldLayoutId id="2147483718" r:id="rId20"/>
    <p:sldLayoutId id="2147483701" r:id="rId21"/>
    <p:sldLayoutId id="2147483691" r:id="rId22"/>
    <p:sldLayoutId id="2147483692" r:id="rId23"/>
    <p:sldLayoutId id="2147483719" r:id="rId24"/>
    <p:sldLayoutId id="2147483693" r:id="rId25"/>
    <p:sldLayoutId id="2147483694" r:id="rId26"/>
    <p:sldLayoutId id="2147483695" r:id="rId27"/>
    <p:sldLayoutId id="2147483696" r:id="rId28"/>
    <p:sldLayoutId id="2147483697" r:id="rId29"/>
    <p:sldLayoutId id="2147483698" r:id="rId30"/>
    <p:sldLayoutId id="2147483699" r:id="rId31"/>
    <p:sldLayoutId id="2147483702" r:id="rId32"/>
    <p:sldLayoutId id="2147483703" r:id="rId33"/>
    <p:sldLayoutId id="2147483704" r:id="rId34"/>
    <p:sldLayoutId id="2147483705" r:id="rId35"/>
    <p:sldLayoutId id="2147483706" r:id="rId36"/>
    <p:sldLayoutId id="2147483707" r:id="rId37"/>
    <p:sldLayoutId id="2147483708" r:id="rId38"/>
    <p:sldLayoutId id="2147483709" r:id="rId39"/>
    <p:sldLayoutId id="2147483710" r:id="rId40"/>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1"/>
        </a:buClr>
        <a:buFont typeface="System Font Regular"/>
        <a:buChar char="–"/>
        <a:defRPr sz="28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288" userDrawn="1">
          <p15:clr>
            <a:srgbClr val="F26B43"/>
          </p15:clr>
        </p15:guide>
        <p15:guide id="4" pos="7392" userDrawn="1">
          <p15:clr>
            <a:srgbClr val="F26B43"/>
          </p15:clr>
        </p15:guide>
        <p15:guide id="5" orient="horz" pos="4128" userDrawn="1">
          <p15:clr>
            <a:srgbClr val="F26B43"/>
          </p15:clr>
        </p15:guide>
        <p15:guide id="6" orient="horz" pos="2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01753-4CD2-48AA-4F1E-2BE49CD04A9B}"/>
            </a:ext>
          </a:extLst>
        </p:cNvPr>
        <p:cNvGrpSpPr/>
        <p:nvPr/>
      </p:nvGrpSpPr>
      <p:grpSpPr>
        <a:xfrm>
          <a:off x="0" y="0"/>
          <a:ext cx="0" cy="0"/>
          <a:chOff x="0" y="0"/>
          <a:chExt cx="0" cy="0"/>
        </a:xfrm>
      </p:grpSpPr>
      <p:sp>
        <p:nvSpPr>
          <p:cNvPr id="30" name="Content Placeholder 2">
            <a:extLst>
              <a:ext uri="{FF2B5EF4-FFF2-40B4-BE49-F238E27FC236}">
                <a16:creationId xmlns:a16="http://schemas.microsoft.com/office/drawing/2014/main" id="{4D3CE9DB-5C39-F736-D2BA-6D77BF4C8686}"/>
              </a:ext>
            </a:extLst>
          </p:cNvPr>
          <p:cNvSpPr txBox="1">
            <a:spLocks/>
          </p:cNvSpPr>
          <p:nvPr/>
        </p:nvSpPr>
        <p:spPr>
          <a:xfrm>
            <a:off x="3594545" y="1757423"/>
            <a:ext cx="4143204" cy="4988816"/>
          </a:xfrm>
          <a:prstGeom prst="rect">
            <a:avLst/>
          </a:prstGeom>
        </p:spPr>
        <p:txBody>
          <a:bodyPr vert="horz" lIns="91440" tIns="45720" rIns="91440" bIns="45720" rtlCol="0" anchor="t">
            <a:noAutofit/>
          </a:bodyPr>
          <a:lstStyle>
            <a:lvl1pPr marL="0" indent="0" algn="l" defTabSz="914400" rtl="0" eaLnBrk="1" latinLnBrk="0" hangingPunct="1">
              <a:spcBef>
                <a:spcPts val="600"/>
              </a:spcBef>
              <a:spcAft>
                <a:spcPts val="400"/>
              </a:spcAft>
              <a:buFontTx/>
              <a:buNone/>
              <a:defRPr sz="2400" kern="1200">
                <a:solidFill>
                  <a:schemeClr val="accent1"/>
                </a:solidFill>
                <a:latin typeface="Trebuchet MS" pitchFamily="34" charset="0"/>
                <a:ea typeface="+mn-ea"/>
                <a:cs typeface="+mn-cs"/>
              </a:defRPr>
            </a:lvl1pPr>
            <a:lvl2pPr marL="512763" indent="-285750" algn="l" defTabSz="914400" rtl="0" eaLnBrk="1" latinLnBrk="0" hangingPunct="1">
              <a:spcBef>
                <a:spcPct val="20000"/>
              </a:spcBef>
              <a:buFontTx/>
              <a:buBlip>
                <a:blip r:embed="rId2"/>
              </a:buBlip>
              <a:defRPr sz="2000" kern="1200">
                <a:solidFill>
                  <a:schemeClr val="tx1"/>
                </a:solidFill>
                <a:latin typeface="Century Gothic" pitchFamily="34" charset="0"/>
                <a:ea typeface="+mn-ea"/>
                <a:cs typeface="+mn-cs"/>
              </a:defRPr>
            </a:lvl2pPr>
            <a:lvl3pPr marL="739775" indent="-228600" algn="l" defTabSz="914400" rtl="0" eaLnBrk="1" latinLnBrk="0" hangingPunct="1">
              <a:spcBef>
                <a:spcPct val="20000"/>
              </a:spcBef>
              <a:buClr>
                <a:schemeClr val="accent1"/>
              </a:buClr>
              <a:buFont typeface="Arial" pitchFamily="34" charset="0"/>
              <a:buChar char="+"/>
              <a:defRPr sz="1600" kern="1200">
                <a:solidFill>
                  <a:schemeClr val="tx1"/>
                </a:solidFill>
                <a:latin typeface="Century Gothic" pitchFamily="34" charset="0"/>
                <a:ea typeface="+mn-ea"/>
                <a:cs typeface="+mn-cs"/>
              </a:defRPr>
            </a:lvl3pPr>
            <a:lvl4pPr marL="974725" indent="-228600" algn="l" defTabSz="914400" rtl="0" eaLnBrk="1" latinLnBrk="0" hangingPunct="1">
              <a:spcBef>
                <a:spcPct val="20000"/>
              </a:spcBef>
              <a:buClr>
                <a:schemeClr val="accent1"/>
              </a:buClr>
              <a:buFont typeface="Century Gothic" pitchFamily="34" charset="0"/>
              <a:buChar char="&gt;"/>
              <a:defRPr sz="1600" kern="1200">
                <a:solidFill>
                  <a:schemeClr val="tx1"/>
                </a:solidFill>
                <a:latin typeface="Century Gothic" pitchFamily="34" charset="0"/>
                <a:ea typeface="+mn-ea"/>
                <a:cs typeface="+mn-cs"/>
              </a:defRPr>
            </a:lvl4pPr>
            <a:lvl5pPr marL="1200150" indent="-228600" algn="l" defTabSz="914400" rtl="0" eaLnBrk="1" latinLnBrk="0" hangingPunct="1">
              <a:spcBef>
                <a:spcPct val="20000"/>
              </a:spcBef>
              <a:buClr>
                <a:srgbClr val="676767"/>
              </a:buClr>
              <a:buFont typeface="Arial" pitchFamily="34" charset="0"/>
              <a:buChar char="+"/>
              <a:defRPr sz="1600" kern="1200">
                <a:solidFill>
                  <a:schemeClr val="tx1"/>
                </a:solidFill>
                <a:latin typeface="Century Gothic"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base">
              <a:spcBef>
                <a:spcPts val="0"/>
              </a:spcBef>
              <a:spcAft>
                <a:spcPts val="0"/>
              </a:spcAft>
              <a:buClr>
                <a:schemeClr val="tx1"/>
              </a:buClr>
              <a:tabLst>
                <a:tab pos="228600" algn="l"/>
                <a:tab pos="457200" algn="l"/>
              </a:tabLst>
              <a:defRPr/>
            </a:pPr>
            <a:endParaRPr lang="en-US" sz="1200" b="1" dirty="0">
              <a:solidFill>
                <a:schemeClr val="tx2"/>
              </a:solidFill>
              <a:latin typeface="+mj-lt"/>
              <a:ea typeface="Tahoma"/>
              <a:cs typeface="Calibri Light"/>
            </a:endParaRPr>
          </a:p>
          <a:p>
            <a:pPr>
              <a:spcBef>
                <a:spcPts val="0"/>
              </a:spcBef>
              <a:spcAft>
                <a:spcPts val="0"/>
              </a:spcAft>
              <a:tabLst>
                <a:tab pos="228600" algn="l"/>
                <a:tab pos="457200" algn="l"/>
              </a:tabLst>
              <a:defRPr/>
            </a:pPr>
            <a:endParaRPr lang="en-US" sz="1200" b="1" dirty="0">
              <a:solidFill>
                <a:schemeClr val="tx2"/>
              </a:solidFill>
              <a:latin typeface="+mj-lt"/>
              <a:ea typeface="Tahoma"/>
              <a:cs typeface="Calibri Light"/>
            </a:endParaRPr>
          </a:p>
          <a:p>
            <a:pPr marL="0" lvl="1" indent="0" algn="just" fontAlgn="ctr">
              <a:buClr>
                <a:schemeClr val="accent3"/>
              </a:buClr>
              <a:buSzPct val="125000"/>
              <a:buNone/>
              <a:defRPr/>
            </a:pPr>
            <a:r>
              <a:rPr lang="en-US" sz="1400" b="1" dirty="0">
                <a:solidFill>
                  <a:schemeClr val="tx2"/>
                </a:solidFill>
                <a:latin typeface="+mj-lt"/>
                <a:ea typeface="Tahoma"/>
                <a:cs typeface="Calibri Light"/>
              </a:rPr>
              <a:t>Industry</a:t>
            </a:r>
            <a:r>
              <a:rPr lang="en-US" sz="1400" b="1" dirty="0">
                <a:solidFill>
                  <a:schemeClr val="tx2"/>
                </a:solidFill>
                <a:latin typeface="+mj-lt"/>
                <a:ea typeface="Tahoma"/>
                <a:cs typeface="Arial"/>
              </a:rPr>
              <a:t>/Vertical: </a:t>
            </a:r>
            <a:r>
              <a:rPr lang="en-US" sz="1400" dirty="0">
                <a:solidFill>
                  <a:schemeClr val="accent1"/>
                </a:solidFill>
              </a:rPr>
              <a:t> </a:t>
            </a:r>
            <a:r>
              <a:rPr lang="en-US" sz="1400" dirty="0">
                <a:solidFill>
                  <a:schemeClr val="accent1"/>
                </a:solidFill>
                <a:latin typeface="+mj-lt"/>
              </a:rPr>
              <a:t>AI &amp; Data Science </a:t>
            </a:r>
            <a:endParaRPr lang="en-US" sz="1200" dirty="0">
              <a:solidFill>
                <a:schemeClr val="tx2"/>
              </a:solidFill>
              <a:latin typeface="+mj-lt"/>
            </a:endParaRPr>
          </a:p>
          <a:p>
            <a:pPr marL="171450" indent="-171450" fontAlgn="base">
              <a:buFont typeface="Arial" panose="020B0604020202020204" pitchFamily="34" charset="0"/>
              <a:buChar char="•"/>
            </a:pPr>
            <a:r>
              <a:rPr lang="en-US" sz="1200" dirty="0">
                <a:solidFill>
                  <a:schemeClr val="tx2"/>
                </a:solidFill>
                <a:latin typeface="+mj-lt"/>
              </a:rPr>
              <a:t>Developed a SQL + RAG conversational AI solution leveraging Python, PostgreSQL, Vertex AI, and Gemini to provide natural language access to structure and unstructured enterprise  data. Implemented hybrid search, semantic retrieval, and intelligent query routing for accurate and explainable responses.</a:t>
            </a:r>
          </a:p>
          <a:p>
            <a:pPr marL="171450" indent="-171450" fontAlgn="base">
              <a:buFont typeface="Arial" panose="020B0604020202020204" pitchFamily="34" charset="0"/>
              <a:buChar char="•"/>
            </a:pPr>
            <a:r>
              <a:rPr lang="en-US" sz="1200" dirty="0">
                <a:solidFill>
                  <a:schemeClr val="tx2"/>
                </a:solidFill>
                <a:latin typeface="+mj-lt"/>
              </a:rPr>
              <a:t>Developed an AI workflow summarizer through Domo to automatically generate insights from Sales and Ops Data and share it through email to various user groups</a:t>
            </a:r>
            <a:r>
              <a:rPr lang="en-US" sz="1200" dirty="0">
                <a:solidFill>
                  <a:schemeClr val="tx2"/>
                </a:solidFill>
              </a:rPr>
              <a:t>.</a:t>
            </a:r>
          </a:p>
          <a:p>
            <a:pPr marL="171450" indent="-171450" fontAlgn="base">
              <a:buFont typeface="Arial" panose="020B0604020202020204" pitchFamily="34" charset="0"/>
              <a:buChar char="•"/>
            </a:pPr>
            <a:r>
              <a:rPr lang="en-US" sz="1200" dirty="0">
                <a:solidFill>
                  <a:schemeClr val="tx2"/>
                </a:solidFill>
                <a:latin typeface="+mj-lt"/>
              </a:rPr>
              <a:t>Developed AI-powered document processing solution to extract, classify, and structure information from PDF and </a:t>
            </a:r>
            <a:r>
              <a:rPr lang="en-US" sz="1200">
                <a:solidFill>
                  <a:schemeClr val="tx2"/>
                </a:solidFill>
                <a:latin typeface="+mj-lt"/>
              </a:rPr>
              <a:t>Excel documents.</a:t>
            </a:r>
            <a:endParaRPr lang="en-US" sz="1200" dirty="0">
              <a:solidFill>
                <a:schemeClr val="tx2"/>
              </a:solidFill>
              <a:latin typeface="+mj-lt"/>
            </a:endParaRPr>
          </a:p>
          <a:p>
            <a:pPr marL="171450" indent="-171450" fontAlgn="base">
              <a:buFont typeface="Arial" panose="020B0604020202020204" pitchFamily="34" charset="0"/>
              <a:buChar char="•"/>
            </a:pPr>
            <a:r>
              <a:rPr lang="en-US" sz="1200" dirty="0">
                <a:solidFill>
                  <a:schemeClr val="tx2"/>
                </a:solidFill>
                <a:latin typeface="+mj-lt"/>
              </a:rPr>
              <a:t>Developed Risk Evaluation models using statistical and machine learning techniques to assess customer creditworthiness, reduce delinquency rates, and support portfolio expansion while maintaining risk-adjusted profitability.</a:t>
            </a:r>
          </a:p>
          <a:p>
            <a:pPr marL="171450" indent="-171450" fontAlgn="base">
              <a:buFont typeface="Arial" panose="020B0604020202020204" pitchFamily="34" charset="0"/>
              <a:buChar char="•"/>
            </a:pPr>
            <a:r>
              <a:rPr lang="en-US" sz="1200" dirty="0">
                <a:solidFill>
                  <a:schemeClr val="tx2"/>
                </a:solidFill>
                <a:latin typeface="+mj-lt"/>
              </a:rPr>
              <a:t>Designed a Rule based Customer Segmentation Model(High/Medium/Low Risk) driving 400 crores increase in Loan Disbursements while reducing Delinquency and Turnaround time( TAT).</a:t>
            </a:r>
          </a:p>
          <a:p>
            <a:pPr fontAlgn="base"/>
            <a:endParaRPr lang="en-US" sz="1200" dirty="0">
              <a:solidFill>
                <a:schemeClr val="tx2"/>
              </a:solidFill>
              <a:latin typeface="+mj-lt"/>
            </a:endParaRPr>
          </a:p>
          <a:p>
            <a:pPr marL="171450" indent="-171450" fontAlgn="base">
              <a:buFont typeface="Arial" panose="020B0604020202020204" pitchFamily="34" charset="0"/>
              <a:buChar char="•"/>
            </a:pPr>
            <a:endParaRPr lang="en-US" sz="1200" dirty="0">
              <a:solidFill>
                <a:schemeClr val="tx2"/>
              </a:solidFill>
              <a:latin typeface="+mj-lt"/>
            </a:endParaRPr>
          </a:p>
          <a:p>
            <a:pPr marL="171450" lvl="1" indent="-171450" algn="just" fontAlgn="ctr">
              <a:buClr>
                <a:schemeClr val="accent3"/>
              </a:buClr>
              <a:buSzPct val="125000"/>
              <a:buFont typeface="Arial" panose="020B0604020202020204" pitchFamily="34" charset="0"/>
              <a:buChar char="•"/>
              <a:defRPr/>
            </a:pPr>
            <a:endParaRPr lang="en-US" sz="1200" dirty="0">
              <a:solidFill>
                <a:schemeClr val="tx2"/>
              </a:solidFill>
              <a:latin typeface="+mj-lt"/>
            </a:endParaRPr>
          </a:p>
          <a:p>
            <a:pPr marL="0" lvl="1" indent="0" algn="just" fontAlgn="ctr">
              <a:buClr>
                <a:schemeClr val="accent3"/>
              </a:buClr>
              <a:buSzPct val="125000"/>
              <a:buNone/>
              <a:defRPr/>
            </a:pPr>
            <a:r>
              <a:rPr lang="en-US" sz="1200" dirty="0">
                <a:solidFill>
                  <a:schemeClr val="tx2"/>
                </a:solidFill>
                <a:latin typeface="+mj-lt"/>
              </a:rPr>
              <a:t>`</a:t>
            </a:r>
          </a:p>
        </p:txBody>
      </p:sp>
      <p:sp>
        <p:nvSpPr>
          <p:cNvPr id="26" name="Rectangle 25">
            <a:extLst>
              <a:ext uri="{FF2B5EF4-FFF2-40B4-BE49-F238E27FC236}">
                <a16:creationId xmlns:a16="http://schemas.microsoft.com/office/drawing/2014/main" id="{5093F1C3-D6B3-319B-3012-2BBFE63CCE00}"/>
              </a:ext>
            </a:extLst>
          </p:cNvPr>
          <p:cNvSpPr/>
          <p:nvPr/>
        </p:nvSpPr>
        <p:spPr>
          <a:xfrm>
            <a:off x="0" y="1800902"/>
            <a:ext cx="3451594" cy="510057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F60318CF-4DBF-1725-47AC-CD954B0E4813}"/>
              </a:ext>
            </a:extLst>
          </p:cNvPr>
          <p:cNvSpPr/>
          <p:nvPr/>
        </p:nvSpPr>
        <p:spPr>
          <a:xfrm>
            <a:off x="247841" y="1111964"/>
            <a:ext cx="2593493" cy="369332"/>
          </a:xfrm>
          <a:prstGeom prst="rect">
            <a:avLst/>
          </a:prstGeom>
        </p:spPr>
        <p:txBody>
          <a:bodyPr wrap="square" lIns="91440" tIns="45720" rIns="91440" bIns="45720" anchor="t">
            <a:spAutoFit/>
          </a:bodyPr>
          <a:lstStyle/>
          <a:p>
            <a:pPr defTabSz="914400">
              <a:defRPr/>
            </a:pPr>
            <a:r>
              <a:rPr lang="en-US" dirty="0">
                <a:latin typeface="+mj-lt"/>
                <a:cs typeface="Calibri Light"/>
              </a:rPr>
              <a:t>Vaibhav Bansal</a:t>
            </a:r>
          </a:p>
        </p:txBody>
      </p:sp>
      <p:sp>
        <p:nvSpPr>
          <p:cNvPr id="24" name="Content Placeholder 2">
            <a:extLst>
              <a:ext uri="{FF2B5EF4-FFF2-40B4-BE49-F238E27FC236}">
                <a16:creationId xmlns:a16="http://schemas.microsoft.com/office/drawing/2014/main" id="{AEE13719-115D-3445-29FC-3DDCC8C3FBD6}"/>
              </a:ext>
            </a:extLst>
          </p:cNvPr>
          <p:cNvSpPr txBox="1">
            <a:spLocks/>
          </p:cNvSpPr>
          <p:nvPr/>
        </p:nvSpPr>
        <p:spPr>
          <a:xfrm>
            <a:off x="247840" y="2424532"/>
            <a:ext cx="3203754" cy="4433468"/>
          </a:xfrm>
          <a:prstGeom prst="rect">
            <a:avLst/>
          </a:prstGeom>
        </p:spPr>
        <p:txBody>
          <a:bodyPr vert="horz" lIns="91440" tIns="45720" rIns="91440" bIns="45720" rtlCol="0">
            <a:noAutofit/>
          </a:bodyPr>
          <a:lstStyle>
            <a:lvl1pPr marL="0" indent="0" algn="l" defTabSz="914400" rtl="0" eaLnBrk="1" latinLnBrk="0" hangingPunct="1">
              <a:spcBef>
                <a:spcPts val="600"/>
              </a:spcBef>
              <a:spcAft>
                <a:spcPts val="400"/>
              </a:spcAft>
              <a:buFontTx/>
              <a:buNone/>
              <a:defRPr sz="2400" kern="1200">
                <a:solidFill>
                  <a:schemeClr val="accent1"/>
                </a:solidFill>
                <a:latin typeface="Trebuchet MS" pitchFamily="34" charset="0"/>
                <a:ea typeface="+mn-ea"/>
                <a:cs typeface="+mn-cs"/>
              </a:defRPr>
            </a:lvl1pPr>
            <a:lvl2pPr marL="512763" indent="-285750" algn="l" defTabSz="914400" rtl="0" eaLnBrk="1" latinLnBrk="0" hangingPunct="1">
              <a:spcBef>
                <a:spcPct val="20000"/>
              </a:spcBef>
              <a:buFontTx/>
              <a:buBlip>
                <a:blip r:embed="rId2"/>
              </a:buBlip>
              <a:defRPr sz="2000" kern="1200">
                <a:solidFill>
                  <a:schemeClr val="tx1"/>
                </a:solidFill>
                <a:latin typeface="Century Gothic" pitchFamily="34" charset="0"/>
                <a:ea typeface="+mn-ea"/>
                <a:cs typeface="+mn-cs"/>
              </a:defRPr>
            </a:lvl2pPr>
            <a:lvl3pPr marL="739775" indent="-228600" algn="l" defTabSz="914400" rtl="0" eaLnBrk="1" latinLnBrk="0" hangingPunct="1">
              <a:spcBef>
                <a:spcPct val="20000"/>
              </a:spcBef>
              <a:buClr>
                <a:schemeClr val="accent1"/>
              </a:buClr>
              <a:buFont typeface="Arial" pitchFamily="34" charset="0"/>
              <a:buChar char="+"/>
              <a:defRPr sz="1600" kern="1200">
                <a:solidFill>
                  <a:schemeClr val="tx1"/>
                </a:solidFill>
                <a:latin typeface="Century Gothic" pitchFamily="34" charset="0"/>
                <a:ea typeface="+mn-ea"/>
                <a:cs typeface="+mn-cs"/>
              </a:defRPr>
            </a:lvl3pPr>
            <a:lvl4pPr marL="974725" indent="-228600" algn="l" defTabSz="914400" rtl="0" eaLnBrk="1" latinLnBrk="0" hangingPunct="1">
              <a:spcBef>
                <a:spcPct val="20000"/>
              </a:spcBef>
              <a:buClr>
                <a:schemeClr val="accent1"/>
              </a:buClr>
              <a:buFont typeface="Century Gothic" pitchFamily="34" charset="0"/>
              <a:buChar char="&gt;"/>
              <a:defRPr sz="1600" kern="1200">
                <a:solidFill>
                  <a:schemeClr val="tx1"/>
                </a:solidFill>
                <a:latin typeface="Century Gothic" pitchFamily="34" charset="0"/>
                <a:ea typeface="+mn-ea"/>
                <a:cs typeface="+mn-cs"/>
              </a:defRPr>
            </a:lvl4pPr>
            <a:lvl5pPr marL="1200150" indent="-228600" algn="l" defTabSz="914400" rtl="0" eaLnBrk="1" latinLnBrk="0" hangingPunct="1">
              <a:spcBef>
                <a:spcPct val="20000"/>
              </a:spcBef>
              <a:buClr>
                <a:srgbClr val="676767"/>
              </a:buClr>
              <a:buFont typeface="Arial" pitchFamily="34" charset="0"/>
              <a:buChar char="+"/>
              <a:defRPr sz="1600" kern="1200">
                <a:solidFill>
                  <a:schemeClr val="tx1"/>
                </a:solidFill>
                <a:latin typeface="Century Gothic"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1400" dirty="0">
                <a:solidFill>
                  <a:schemeClr val="tx2"/>
                </a:solidFill>
                <a:latin typeface="+mj-lt"/>
              </a:rPr>
              <a:t>Results-driven Analytics &amp; AI Consultant with 6+ years of experience delivering data-driven and AI-powered solutions across analytics, business intelligence, and Generative AI. Proficient in Python, SQL, PostgreSQL, Vertex AI, and Gemini, with expertise in data science, machine learning, RAG-based conversational AI, and enterprise knowledge retrieval. Experienced in transforming complex data into actionable insights and building scalable AI solutions that enhance decision-making, operational efficiency, and business growth. Holds a Diploma in Data Science with a strong foundation in computer science and  advance analytics.</a:t>
            </a:r>
            <a:br>
              <a:rPr lang="en-US" sz="1400" dirty="0">
                <a:solidFill>
                  <a:schemeClr val="tx2"/>
                </a:solidFill>
                <a:ea typeface="Calibri" panose="020F0502020204030204" pitchFamily="34" charset="0"/>
                <a:cs typeface="Times New Roman" panose="02020603050405020304" pitchFamily="18" charset="0"/>
              </a:rPr>
            </a:br>
            <a:endParaRPr lang="en-US" sz="1400" dirty="0">
              <a:solidFill>
                <a:schemeClr val="tx2"/>
              </a:solidFill>
              <a:ea typeface="Calibri" panose="020F0502020204030204" pitchFamily="34" charset="0"/>
              <a:cs typeface="Times New Roman" panose="02020603050405020304" pitchFamily="18" charset="0"/>
            </a:endParaRPr>
          </a:p>
          <a:p>
            <a:pPr algn="just"/>
            <a:endParaRPr lang="en-US" sz="1400" dirty="0"/>
          </a:p>
          <a:p>
            <a:pPr algn="just"/>
            <a:endParaRPr lang="en-US" sz="1400" dirty="0"/>
          </a:p>
          <a:p>
            <a:pPr algn="just"/>
            <a:br>
              <a:rPr lang="en-US" sz="1400" dirty="0">
                <a:solidFill>
                  <a:schemeClr val="tx2"/>
                </a:solidFill>
                <a:latin typeface="+mj-lt"/>
                <a:ea typeface="Calibri" panose="020F0502020204030204" pitchFamily="34" charset="0"/>
                <a:cs typeface="Times New Roman" panose="02020603050405020304" pitchFamily="18" charset="0"/>
              </a:rPr>
            </a:br>
            <a:endParaRPr lang="en-US" sz="1400" dirty="0">
              <a:solidFill>
                <a:schemeClr val="tx2"/>
              </a:solidFill>
              <a:latin typeface="+mj-lt"/>
              <a:ea typeface="Calibri" panose="020F0502020204030204" pitchFamily="34" charset="0"/>
              <a:cs typeface="Times New Roman" panose="02020603050405020304" pitchFamily="18" charset="0"/>
            </a:endParaRPr>
          </a:p>
        </p:txBody>
      </p:sp>
      <p:sp>
        <p:nvSpPr>
          <p:cNvPr id="25" name="TextBox 24">
            <a:extLst>
              <a:ext uri="{FF2B5EF4-FFF2-40B4-BE49-F238E27FC236}">
                <a16:creationId xmlns:a16="http://schemas.microsoft.com/office/drawing/2014/main" id="{A601001E-D45A-9D18-984C-EF0FCFAD5199}"/>
              </a:ext>
            </a:extLst>
          </p:cNvPr>
          <p:cNvSpPr txBox="1"/>
          <p:nvPr/>
        </p:nvSpPr>
        <p:spPr>
          <a:xfrm>
            <a:off x="247840" y="1877749"/>
            <a:ext cx="2998225" cy="369332"/>
          </a:xfrm>
          <a:prstGeom prst="rect">
            <a:avLst/>
          </a:prstGeom>
          <a:noFill/>
        </p:spPr>
        <p:txBody>
          <a:bodyPr wrap="square" lIns="91440" tIns="45720" rIns="91440" bIns="45720" rtlCol="0" anchor="t">
            <a:spAutoFit/>
          </a:bodyPr>
          <a:lstStyle/>
          <a:p>
            <a:pPr defTabSz="914400">
              <a:defRPr/>
            </a:pPr>
            <a:r>
              <a:rPr lang="en-US" dirty="0">
                <a:latin typeface="+mj-lt"/>
              </a:rPr>
              <a:t>Background</a:t>
            </a:r>
            <a:endParaRPr lang="en-US" sz="1400" dirty="0">
              <a:latin typeface="+mj-lt"/>
              <a:cs typeface="Calibri Light"/>
            </a:endParaRPr>
          </a:p>
        </p:txBody>
      </p:sp>
      <p:sp>
        <p:nvSpPr>
          <p:cNvPr id="27" name="Rectangle 26">
            <a:extLst>
              <a:ext uri="{FF2B5EF4-FFF2-40B4-BE49-F238E27FC236}">
                <a16:creationId xmlns:a16="http://schemas.microsoft.com/office/drawing/2014/main" id="{D9AF61AB-9724-24FB-DB0C-95C926F33BC7}"/>
              </a:ext>
            </a:extLst>
          </p:cNvPr>
          <p:cNvSpPr/>
          <p:nvPr/>
        </p:nvSpPr>
        <p:spPr>
          <a:xfrm>
            <a:off x="3451594" y="1481296"/>
            <a:ext cx="3001078" cy="369332"/>
          </a:xfrm>
          <a:prstGeom prst="rect">
            <a:avLst/>
          </a:prstGeom>
        </p:spPr>
        <p:txBody>
          <a:bodyPr wrap="none">
            <a:spAutoFit/>
          </a:bodyPr>
          <a:lstStyle/>
          <a:p>
            <a:pPr defTabSz="914400">
              <a:defRPr/>
            </a:pPr>
            <a:r>
              <a:rPr lang="en-US" dirty="0">
                <a:latin typeface="+mj-lt"/>
              </a:rPr>
              <a:t>Industry &amp; Domain Experience</a:t>
            </a:r>
          </a:p>
        </p:txBody>
      </p:sp>
      <p:sp>
        <p:nvSpPr>
          <p:cNvPr id="28" name="Rectangle 27">
            <a:extLst>
              <a:ext uri="{FF2B5EF4-FFF2-40B4-BE49-F238E27FC236}">
                <a16:creationId xmlns:a16="http://schemas.microsoft.com/office/drawing/2014/main" id="{0721668B-17F3-1C0F-D642-F310DD61A5E9}"/>
              </a:ext>
            </a:extLst>
          </p:cNvPr>
          <p:cNvSpPr/>
          <p:nvPr/>
        </p:nvSpPr>
        <p:spPr>
          <a:xfrm>
            <a:off x="7715729" y="1481328"/>
            <a:ext cx="2373535" cy="369332"/>
          </a:xfrm>
          <a:prstGeom prst="rect">
            <a:avLst/>
          </a:prstGeom>
        </p:spPr>
        <p:txBody>
          <a:bodyPr wrap="none">
            <a:spAutoFit/>
          </a:bodyPr>
          <a:lstStyle/>
          <a:p>
            <a:pPr defTabSz="914400">
              <a:defRPr/>
            </a:pPr>
            <a:r>
              <a:rPr lang="en-US" dirty="0">
                <a:latin typeface="+mj-lt"/>
              </a:rPr>
              <a:t> Key Skills and Expertise</a:t>
            </a:r>
          </a:p>
        </p:txBody>
      </p:sp>
      <p:sp>
        <p:nvSpPr>
          <p:cNvPr id="29" name="Rectangle 28">
            <a:extLst>
              <a:ext uri="{FF2B5EF4-FFF2-40B4-BE49-F238E27FC236}">
                <a16:creationId xmlns:a16="http://schemas.microsoft.com/office/drawing/2014/main" id="{63695567-773A-02D1-FC27-4ABECA4647F7}"/>
              </a:ext>
            </a:extLst>
          </p:cNvPr>
          <p:cNvSpPr/>
          <p:nvPr/>
        </p:nvSpPr>
        <p:spPr>
          <a:xfrm>
            <a:off x="7737749" y="4635179"/>
            <a:ext cx="3540200" cy="369332"/>
          </a:xfrm>
          <a:prstGeom prst="rect">
            <a:avLst/>
          </a:prstGeom>
        </p:spPr>
        <p:txBody>
          <a:bodyPr wrap="none">
            <a:spAutoFit/>
          </a:bodyPr>
          <a:lstStyle/>
          <a:p>
            <a:pPr defTabSz="914400">
              <a:defRPr/>
            </a:pPr>
            <a:r>
              <a:rPr lang="en-US" dirty="0">
                <a:latin typeface="+mj-lt"/>
              </a:rPr>
              <a:t> Academic Credentials/Certifications</a:t>
            </a:r>
          </a:p>
        </p:txBody>
      </p:sp>
      <p:sp>
        <p:nvSpPr>
          <p:cNvPr id="32" name="Content Placeholder 2">
            <a:extLst>
              <a:ext uri="{FF2B5EF4-FFF2-40B4-BE49-F238E27FC236}">
                <a16:creationId xmlns:a16="http://schemas.microsoft.com/office/drawing/2014/main" id="{BC3C72E5-F705-7C1B-C400-ECBC2726DF82}"/>
              </a:ext>
            </a:extLst>
          </p:cNvPr>
          <p:cNvSpPr txBox="1">
            <a:spLocks/>
          </p:cNvSpPr>
          <p:nvPr/>
        </p:nvSpPr>
        <p:spPr>
          <a:xfrm>
            <a:off x="7856621" y="2209626"/>
            <a:ext cx="3996044" cy="2438748"/>
          </a:xfrm>
          <a:prstGeom prst="rect">
            <a:avLst/>
          </a:prstGeom>
        </p:spPr>
        <p:txBody>
          <a:bodyPr vert="horz" lIns="91440" tIns="45720" rIns="91440" bIns="45720" rtlCol="0" anchor="t">
            <a:noAutofit/>
          </a:bodyPr>
          <a:lstStyle>
            <a:lvl1pPr marL="0" indent="0" algn="l" defTabSz="914400" rtl="0" eaLnBrk="1" latinLnBrk="0" hangingPunct="1">
              <a:spcBef>
                <a:spcPts val="600"/>
              </a:spcBef>
              <a:spcAft>
                <a:spcPts val="400"/>
              </a:spcAft>
              <a:buFontTx/>
              <a:buNone/>
              <a:defRPr sz="2400" kern="1200">
                <a:solidFill>
                  <a:schemeClr val="accent1"/>
                </a:solidFill>
                <a:latin typeface="Trebuchet MS" pitchFamily="34" charset="0"/>
                <a:ea typeface="+mn-ea"/>
                <a:cs typeface="+mn-cs"/>
              </a:defRPr>
            </a:lvl1pPr>
            <a:lvl2pPr marL="512763" indent="-285750" algn="l" defTabSz="914400" rtl="0" eaLnBrk="1" latinLnBrk="0" hangingPunct="1">
              <a:spcBef>
                <a:spcPct val="20000"/>
              </a:spcBef>
              <a:buFontTx/>
              <a:buBlip>
                <a:blip r:embed="rId2"/>
              </a:buBlip>
              <a:defRPr sz="2000" kern="1200">
                <a:solidFill>
                  <a:schemeClr val="tx1"/>
                </a:solidFill>
                <a:latin typeface="Century Gothic" pitchFamily="34" charset="0"/>
                <a:ea typeface="+mn-ea"/>
                <a:cs typeface="+mn-cs"/>
              </a:defRPr>
            </a:lvl2pPr>
            <a:lvl3pPr marL="739775" indent="-228600" algn="l" defTabSz="914400" rtl="0" eaLnBrk="1" latinLnBrk="0" hangingPunct="1">
              <a:spcBef>
                <a:spcPct val="20000"/>
              </a:spcBef>
              <a:buClr>
                <a:schemeClr val="accent1"/>
              </a:buClr>
              <a:buFont typeface="Arial" pitchFamily="34" charset="0"/>
              <a:buChar char="+"/>
              <a:defRPr sz="1600" kern="1200">
                <a:solidFill>
                  <a:schemeClr val="tx1"/>
                </a:solidFill>
                <a:latin typeface="Century Gothic" pitchFamily="34" charset="0"/>
                <a:ea typeface="+mn-ea"/>
                <a:cs typeface="+mn-cs"/>
              </a:defRPr>
            </a:lvl3pPr>
            <a:lvl4pPr marL="974725" indent="-228600" algn="l" defTabSz="914400" rtl="0" eaLnBrk="1" latinLnBrk="0" hangingPunct="1">
              <a:spcBef>
                <a:spcPct val="20000"/>
              </a:spcBef>
              <a:buClr>
                <a:schemeClr val="accent1"/>
              </a:buClr>
              <a:buFont typeface="Century Gothic" pitchFamily="34" charset="0"/>
              <a:buChar char="&gt;"/>
              <a:defRPr sz="1600" kern="1200">
                <a:solidFill>
                  <a:schemeClr val="tx1"/>
                </a:solidFill>
                <a:latin typeface="Century Gothic" pitchFamily="34" charset="0"/>
                <a:ea typeface="+mn-ea"/>
                <a:cs typeface="+mn-cs"/>
              </a:defRPr>
            </a:lvl4pPr>
            <a:lvl5pPr marL="1200150" indent="-228600" algn="l" defTabSz="914400" rtl="0" eaLnBrk="1" latinLnBrk="0" hangingPunct="1">
              <a:spcBef>
                <a:spcPct val="20000"/>
              </a:spcBef>
              <a:buClr>
                <a:srgbClr val="676767"/>
              </a:buClr>
              <a:buFont typeface="Arial" pitchFamily="34" charset="0"/>
              <a:buChar char="+"/>
              <a:defRPr sz="1600" kern="1200">
                <a:solidFill>
                  <a:schemeClr val="tx1"/>
                </a:solidFill>
                <a:latin typeface="Century Gothic"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1450" marR="0" lvl="0" indent="-171450">
              <a:lnSpc>
                <a:spcPct val="115000"/>
              </a:lnSpc>
              <a:spcAft>
                <a:spcPts val="800"/>
              </a:spcAft>
              <a:buClr>
                <a:srgbClr val="808080"/>
              </a:buClr>
              <a:buSzPts val="1000"/>
              <a:buFont typeface="Arial" panose="020B0604020202020204" pitchFamily="34" charset="0"/>
              <a:buChar char="•"/>
              <a:tabLst>
                <a:tab pos="457200" algn="l"/>
              </a:tabLst>
            </a:pPr>
            <a:r>
              <a:rPr lang="en-US" sz="1200" b="1" dirty="0">
                <a:solidFill>
                  <a:schemeClr val="tx2"/>
                </a:solidFill>
                <a:latin typeface="+mj-lt"/>
              </a:rPr>
              <a:t>Generative AI: </a:t>
            </a:r>
            <a:r>
              <a:rPr lang="en-US" sz="1200" dirty="0">
                <a:solidFill>
                  <a:schemeClr val="tx2"/>
                </a:solidFill>
                <a:latin typeface="+mj-lt"/>
              </a:rPr>
              <a:t>RAG, Prompt Engineering</a:t>
            </a:r>
          </a:p>
          <a:p>
            <a:pPr marL="171450" marR="0" lvl="0" indent="-171450">
              <a:lnSpc>
                <a:spcPct val="115000"/>
              </a:lnSpc>
              <a:spcAft>
                <a:spcPts val="800"/>
              </a:spcAft>
              <a:buClr>
                <a:srgbClr val="808080"/>
              </a:buClr>
              <a:buSzPts val="1000"/>
              <a:buFont typeface="Arial" panose="020B0604020202020204" pitchFamily="34" charset="0"/>
              <a:buChar char="•"/>
              <a:tabLst>
                <a:tab pos="457200" algn="l"/>
              </a:tabLst>
            </a:pPr>
            <a:r>
              <a:rPr lang="en-US" sz="1200" b="1" dirty="0">
                <a:solidFill>
                  <a:schemeClr val="tx2"/>
                </a:solidFill>
                <a:latin typeface="+mj-lt"/>
              </a:rPr>
              <a:t>Languages</a:t>
            </a:r>
            <a:r>
              <a:rPr lang="en-US" sz="1200" dirty="0">
                <a:solidFill>
                  <a:schemeClr val="tx2"/>
                </a:solidFill>
                <a:latin typeface="+mj-lt"/>
              </a:rPr>
              <a:t>: Python, SQL, R</a:t>
            </a:r>
          </a:p>
          <a:p>
            <a:pPr marL="171450" marR="0" lvl="0" indent="-171450">
              <a:lnSpc>
                <a:spcPct val="115000"/>
              </a:lnSpc>
              <a:spcAft>
                <a:spcPts val="800"/>
              </a:spcAft>
              <a:buClr>
                <a:srgbClr val="808080"/>
              </a:buClr>
              <a:buSzPts val="1000"/>
              <a:buFont typeface="Arial" panose="020B0604020202020204" pitchFamily="34" charset="0"/>
              <a:buChar char="•"/>
              <a:tabLst>
                <a:tab pos="457200" algn="l"/>
              </a:tabLst>
            </a:pPr>
            <a:r>
              <a:rPr lang="en-US" sz="1200" b="1" dirty="0">
                <a:solidFill>
                  <a:schemeClr val="tx2"/>
                </a:solidFill>
                <a:latin typeface="+mj-lt"/>
                <a:cs typeface="Calibri Light"/>
              </a:rPr>
              <a:t>Analytics</a:t>
            </a:r>
            <a:r>
              <a:rPr lang="en-US" sz="1200" dirty="0">
                <a:solidFill>
                  <a:schemeClr val="tx2"/>
                </a:solidFill>
                <a:latin typeface="+mj-lt"/>
                <a:cs typeface="Calibri Light"/>
              </a:rPr>
              <a:t>: </a:t>
            </a:r>
            <a:r>
              <a:rPr lang="fr-FR" sz="1200" dirty="0">
                <a:solidFill>
                  <a:schemeClr val="tx2"/>
                </a:solidFill>
                <a:latin typeface="+mj-lt"/>
                <a:cs typeface="Calibri Light"/>
              </a:rPr>
              <a:t>Regression Analysis, Classification Analysis, Ensemble Tree Models</a:t>
            </a:r>
            <a:endParaRPr lang="en-US" sz="1200" dirty="0">
              <a:solidFill>
                <a:schemeClr val="tx2"/>
              </a:solidFill>
              <a:latin typeface="+mj-lt"/>
              <a:cs typeface="Calibri Light"/>
            </a:endParaRPr>
          </a:p>
          <a:p>
            <a:pPr marL="171450" marR="0" lvl="0" indent="-171450">
              <a:lnSpc>
                <a:spcPct val="115000"/>
              </a:lnSpc>
              <a:spcAft>
                <a:spcPts val="800"/>
              </a:spcAft>
              <a:buClr>
                <a:srgbClr val="808080"/>
              </a:buClr>
              <a:buSzPts val="1000"/>
              <a:buFont typeface="Arial" panose="020B0604020202020204" pitchFamily="34" charset="0"/>
              <a:buChar char="•"/>
              <a:tabLst>
                <a:tab pos="457200" algn="l"/>
              </a:tabLst>
            </a:pPr>
            <a:r>
              <a:rPr lang="en-US" sz="1200" b="1" dirty="0">
                <a:solidFill>
                  <a:schemeClr val="tx2"/>
                </a:solidFill>
                <a:latin typeface="+mj-lt"/>
                <a:cs typeface="Calibri Light"/>
              </a:rPr>
              <a:t>Tools</a:t>
            </a:r>
            <a:r>
              <a:rPr lang="en-US" sz="1200" dirty="0">
                <a:solidFill>
                  <a:schemeClr val="tx2"/>
                </a:solidFill>
                <a:latin typeface="+mj-lt"/>
                <a:cs typeface="Calibri Light"/>
              </a:rPr>
              <a:t>: Domo ,Power Automate, Vertex AI, Advance Excel</a:t>
            </a:r>
          </a:p>
          <a:p>
            <a:pPr marL="171450" marR="0" lvl="0" indent="-171450">
              <a:lnSpc>
                <a:spcPct val="115000"/>
              </a:lnSpc>
              <a:spcAft>
                <a:spcPts val="800"/>
              </a:spcAft>
              <a:buClr>
                <a:srgbClr val="808080"/>
              </a:buClr>
              <a:buSzPts val="1000"/>
              <a:buFont typeface="Arial" panose="020B0604020202020204" pitchFamily="34" charset="0"/>
              <a:buChar char="•"/>
              <a:tabLst>
                <a:tab pos="457200" algn="l"/>
              </a:tabLst>
            </a:pPr>
            <a:r>
              <a:rPr lang="en-US" sz="1200" b="1" dirty="0">
                <a:solidFill>
                  <a:schemeClr val="tx2"/>
                </a:solidFill>
                <a:latin typeface="+mj-lt"/>
                <a:cs typeface="Calibri Light"/>
              </a:rPr>
              <a:t>Domains</a:t>
            </a:r>
            <a:r>
              <a:rPr lang="en-US" sz="1200" dirty="0">
                <a:solidFill>
                  <a:schemeClr val="tx2"/>
                </a:solidFill>
                <a:latin typeface="+mj-lt"/>
                <a:cs typeface="Calibri Light"/>
              </a:rPr>
              <a:t>: Banking, Fintech, Automative, Supply Chain</a:t>
            </a:r>
          </a:p>
          <a:p>
            <a:pPr marL="171450" indent="-171450" fontAlgn="base">
              <a:spcBef>
                <a:spcPts val="200"/>
              </a:spcBef>
              <a:buClr>
                <a:schemeClr val="tx1"/>
              </a:buClr>
              <a:buFont typeface="Calibri Light" panose="020F0302020204030204" pitchFamily="34" charset="0"/>
              <a:buChar char="–"/>
              <a:tabLst>
                <a:tab pos="228600" algn="l"/>
                <a:tab pos="457200" algn="l"/>
              </a:tabLst>
              <a:defRPr/>
            </a:pPr>
            <a:endParaRPr lang="en-US" sz="1200" dirty="0">
              <a:solidFill>
                <a:schemeClr val="tx2"/>
              </a:solidFill>
              <a:latin typeface="+mj-lt"/>
              <a:cs typeface="Calibri Light"/>
            </a:endParaRPr>
          </a:p>
        </p:txBody>
      </p:sp>
      <p:sp>
        <p:nvSpPr>
          <p:cNvPr id="33" name="Content Placeholder 2">
            <a:extLst>
              <a:ext uri="{FF2B5EF4-FFF2-40B4-BE49-F238E27FC236}">
                <a16:creationId xmlns:a16="http://schemas.microsoft.com/office/drawing/2014/main" id="{EDBC2D2A-7F04-3510-1D77-9624F52D875A}"/>
              </a:ext>
            </a:extLst>
          </p:cNvPr>
          <p:cNvSpPr txBox="1">
            <a:spLocks/>
          </p:cNvSpPr>
          <p:nvPr/>
        </p:nvSpPr>
        <p:spPr>
          <a:xfrm>
            <a:off x="7880700" y="5133670"/>
            <a:ext cx="3996044" cy="910144"/>
          </a:xfrm>
          <a:prstGeom prst="rect">
            <a:avLst/>
          </a:prstGeom>
        </p:spPr>
        <p:txBody>
          <a:bodyPr vert="horz" lIns="91440" tIns="45720" rIns="91440" bIns="45720" rtlCol="0" anchor="t">
            <a:noAutofit/>
          </a:bodyPr>
          <a:lstStyle>
            <a:lvl1pPr marL="0" indent="0" algn="l" defTabSz="914400" rtl="0" eaLnBrk="1" latinLnBrk="0" hangingPunct="1">
              <a:spcBef>
                <a:spcPts val="600"/>
              </a:spcBef>
              <a:spcAft>
                <a:spcPts val="400"/>
              </a:spcAft>
              <a:buFontTx/>
              <a:buNone/>
              <a:defRPr sz="2400" kern="1200">
                <a:solidFill>
                  <a:schemeClr val="accent1"/>
                </a:solidFill>
                <a:latin typeface="Trebuchet MS" pitchFamily="34" charset="0"/>
                <a:ea typeface="+mn-ea"/>
                <a:cs typeface="+mn-cs"/>
              </a:defRPr>
            </a:lvl1pPr>
            <a:lvl2pPr marL="512763" indent="-285750" algn="l" defTabSz="914400" rtl="0" eaLnBrk="1" latinLnBrk="0" hangingPunct="1">
              <a:spcBef>
                <a:spcPct val="20000"/>
              </a:spcBef>
              <a:buFontTx/>
              <a:buBlip>
                <a:blip r:embed="rId2"/>
              </a:buBlip>
              <a:defRPr sz="2000" kern="1200">
                <a:solidFill>
                  <a:schemeClr val="tx1"/>
                </a:solidFill>
                <a:latin typeface="Century Gothic" pitchFamily="34" charset="0"/>
                <a:ea typeface="+mn-ea"/>
                <a:cs typeface="+mn-cs"/>
              </a:defRPr>
            </a:lvl2pPr>
            <a:lvl3pPr marL="739775" indent="-228600" algn="l" defTabSz="914400" rtl="0" eaLnBrk="1" latinLnBrk="0" hangingPunct="1">
              <a:spcBef>
                <a:spcPct val="20000"/>
              </a:spcBef>
              <a:buClr>
                <a:schemeClr val="accent1"/>
              </a:buClr>
              <a:buFont typeface="Arial" pitchFamily="34" charset="0"/>
              <a:buChar char="+"/>
              <a:defRPr sz="1600" kern="1200">
                <a:solidFill>
                  <a:schemeClr val="tx1"/>
                </a:solidFill>
                <a:latin typeface="Century Gothic" pitchFamily="34" charset="0"/>
                <a:ea typeface="+mn-ea"/>
                <a:cs typeface="+mn-cs"/>
              </a:defRPr>
            </a:lvl3pPr>
            <a:lvl4pPr marL="974725" indent="-228600" algn="l" defTabSz="914400" rtl="0" eaLnBrk="1" latinLnBrk="0" hangingPunct="1">
              <a:spcBef>
                <a:spcPct val="20000"/>
              </a:spcBef>
              <a:buClr>
                <a:schemeClr val="accent1"/>
              </a:buClr>
              <a:buFont typeface="Century Gothic" pitchFamily="34" charset="0"/>
              <a:buChar char="&gt;"/>
              <a:defRPr sz="1600" kern="1200">
                <a:solidFill>
                  <a:schemeClr val="tx1"/>
                </a:solidFill>
                <a:latin typeface="Century Gothic" pitchFamily="34" charset="0"/>
                <a:ea typeface="+mn-ea"/>
                <a:cs typeface="+mn-cs"/>
              </a:defRPr>
            </a:lvl4pPr>
            <a:lvl5pPr marL="1200150" indent="-228600" algn="l" defTabSz="914400" rtl="0" eaLnBrk="1" latinLnBrk="0" hangingPunct="1">
              <a:spcBef>
                <a:spcPct val="20000"/>
              </a:spcBef>
              <a:buClr>
                <a:srgbClr val="676767"/>
              </a:buClr>
              <a:buFont typeface="Arial" pitchFamily="34" charset="0"/>
              <a:buChar char="+"/>
              <a:defRPr sz="1600" kern="1200">
                <a:solidFill>
                  <a:schemeClr val="tx1"/>
                </a:solidFill>
                <a:latin typeface="Century Gothic"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1450" indent="-171450" fontAlgn="base">
              <a:spcBef>
                <a:spcPts val="200"/>
              </a:spcBef>
              <a:buClr>
                <a:srgbClr val="808080"/>
              </a:buClr>
              <a:buFont typeface="Arial" panose="020B0604020202020204" pitchFamily="34" charset="0"/>
              <a:buChar char="•"/>
              <a:tabLst>
                <a:tab pos="228600" algn="l"/>
                <a:tab pos="457200" algn="l"/>
              </a:tabLst>
              <a:defRPr/>
            </a:pPr>
            <a:r>
              <a:rPr lang="en-US" sz="1100" dirty="0">
                <a:solidFill>
                  <a:schemeClr val="tx2"/>
                </a:solidFill>
                <a:latin typeface="+mj-lt"/>
              </a:rPr>
              <a:t>MCA – Swami Vivekanand Subharti University, New Delhi</a:t>
            </a:r>
          </a:p>
          <a:p>
            <a:pPr marL="171450" indent="-171450" fontAlgn="base">
              <a:spcBef>
                <a:spcPts val="200"/>
              </a:spcBef>
              <a:buClr>
                <a:srgbClr val="808080"/>
              </a:buClr>
              <a:buFont typeface="Arial" panose="020B0604020202020204" pitchFamily="34" charset="0"/>
              <a:buChar char="•"/>
              <a:tabLst>
                <a:tab pos="228600" algn="l"/>
                <a:tab pos="457200" algn="l"/>
              </a:tabLst>
              <a:defRPr/>
            </a:pPr>
            <a:r>
              <a:rPr lang="en-US" sz="1100" dirty="0">
                <a:solidFill>
                  <a:schemeClr val="tx2"/>
                </a:solidFill>
                <a:latin typeface="+mj-lt"/>
              </a:rPr>
              <a:t>Data Science and Analytics Diploma – Praxis Business School, Kolkata</a:t>
            </a:r>
          </a:p>
          <a:p>
            <a:pPr fontAlgn="base">
              <a:spcBef>
                <a:spcPts val="200"/>
              </a:spcBef>
              <a:buClr>
                <a:srgbClr val="808080"/>
              </a:buClr>
              <a:tabLst>
                <a:tab pos="228600" algn="l"/>
                <a:tab pos="457200" algn="l"/>
              </a:tabLst>
              <a:defRPr/>
            </a:pPr>
            <a:endParaRPr lang="en-US" sz="1100" dirty="0">
              <a:solidFill>
                <a:schemeClr val="tx2"/>
              </a:solidFill>
              <a:latin typeface="+mj-lt"/>
            </a:endParaRPr>
          </a:p>
        </p:txBody>
      </p:sp>
      <p:sp>
        <p:nvSpPr>
          <p:cNvPr id="20" name="Title 1">
            <a:extLst>
              <a:ext uri="{FF2B5EF4-FFF2-40B4-BE49-F238E27FC236}">
                <a16:creationId xmlns:a16="http://schemas.microsoft.com/office/drawing/2014/main" id="{789174FC-E664-C6CE-06EE-34B833B7BB3D}"/>
              </a:ext>
            </a:extLst>
          </p:cNvPr>
          <p:cNvSpPr>
            <a:spLocks noGrp="1"/>
          </p:cNvSpPr>
          <p:nvPr>
            <p:ph type="ctrTitle"/>
          </p:nvPr>
        </p:nvSpPr>
        <p:spPr>
          <a:xfrm>
            <a:off x="335280" y="456744"/>
            <a:ext cx="11277600" cy="357442"/>
          </a:xfrm>
        </p:spPr>
        <p:txBody>
          <a:bodyPr/>
          <a:lstStyle/>
          <a:p>
            <a:r>
              <a:rPr lang="en-US" dirty="0">
                <a:solidFill>
                  <a:schemeClr val="tx1"/>
                </a:solidFill>
              </a:rPr>
              <a:t>AI Engineer/ Data Scientist (Offshore – India)</a:t>
            </a:r>
          </a:p>
        </p:txBody>
      </p:sp>
    </p:spTree>
    <p:extLst>
      <p:ext uri="{BB962C8B-B14F-4D97-AF65-F5344CB8AC3E}">
        <p14:creationId xmlns:p14="http://schemas.microsoft.com/office/powerpoint/2010/main" val="1107068283"/>
      </p:ext>
    </p:extLst>
  </p:cSld>
  <p:clrMapOvr>
    <a:masterClrMapping/>
  </p:clrMapOvr>
</p:sld>
</file>

<file path=ppt/theme/theme1.xml><?xml version="1.0" encoding="utf-8"?>
<a:theme xmlns:a="http://schemas.openxmlformats.org/drawingml/2006/main" name="Office Theme">
  <a:themeElements>
    <a:clrScheme name="EXL 3">
      <a:dk1>
        <a:srgbClr val="FB4D0A"/>
      </a:dk1>
      <a:lt1>
        <a:srgbClr val="FFFFFF"/>
      </a:lt1>
      <a:dk2>
        <a:srgbClr val="000000"/>
      </a:dk2>
      <a:lt2>
        <a:srgbClr val="FFFFFF"/>
      </a:lt2>
      <a:accent1>
        <a:srgbClr val="FB4E0B"/>
      </a:accent1>
      <a:accent2>
        <a:srgbClr val="414141"/>
      </a:accent2>
      <a:accent3>
        <a:srgbClr val="808080"/>
      </a:accent3>
      <a:accent4>
        <a:srgbClr val="ABABAB"/>
      </a:accent4>
      <a:accent5>
        <a:srgbClr val="DBDBDB"/>
      </a:accent5>
      <a:accent6>
        <a:srgbClr val="E6E6E6"/>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D34DE2A3-98C4-4033-AA3B-B8C4C44BE503}" vid="{B08FF550-AA44-4A78-8574-F606066281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C94A73D6D76BB488C9601ABB843B24C" ma:contentTypeVersion="11" ma:contentTypeDescription="Create a new document." ma:contentTypeScope="" ma:versionID="72115843fe0036120e49d2ee8337d282">
  <xsd:schema xmlns:xsd="http://www.w3.org/2001/XMLSchema" xmlns:xs="http://www.w3.org/2001/XMLSchema" xmlns:p="http://schemas.microsoft.com/office/2006/metadata/properties" xmlns:ns2="8dea0e01-13cf-4558-90d2-91da66b81ad9" xmlns:ns3="40e384aa-b4d0-4f78-a429-a8d988b5dec2" targetNamespace="http://schemas.microsoft.com/office/2006/metadata/properties" ma:root="true" ma:fieldsID="0d6cbcc510faff023e7db73fb1640fa9" ns2:_="" ns3:_="">
    <xsd:import namespace="8dea0e01-13cf-4558-90d2-91da66b81ad9"/>
    <xsd:import namespace="40e384aa-b4d0-4f78-a429-a8d988b5dec2"/>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dea0e01-13cf-4558-90d2-91da66b81ad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9d2802f3-dac6-4710-a960-e56b02a1d5f5"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0e384aa-b4d0-4f78-a429-a8d988b5dec2"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7e0ec394-b3c9-4bf2-9394-1e8eac1a4114}" ma:internalName="TaxCatchAll" ma:showField="CatchAllData" ma:web="40e384aa-b4d0-4f78-a429-a8d988b5dec2">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40e384aa-b4d0-4f78-a429-a8d988b5dec2"/>
    <lcf76f155ced4ddcb4097134ff3c332f xmlns="8dea0e01-13cf-4558-90d2-91da66b81ad9">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CD1A0A4-7784-4B27-851F-363BE13A55B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dea0e01-13cf-4558-90d2-91da66b81ad9"/>
    <ds:schemaRef ds:uri="40e384aa-b4d0-4f78-a429-a8d988b5dec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813AA88-4B36-44F0-8952-2914520C8ED8}">
  <ds:schemaRefs>
    <ds:schemaRef ds:uri="http://schemas.microsoft.com/office/2006/documentManagement/types"/>
    <ds:schemaRef ds:uri="http://purl.org/dc/elements/1.1/"/>
    <ds:schemaRef ds:uri="http://www.w3.org/XML/1998/namespace"/>
    <ds:schemaRef ds:uri="http://schemas.microsoft.com/office/infopath/2007/PartnerControls"/>
    <ds:schemaRef ds:uri="http://purl.org/dc/terms/"/>
    <ds:schemaRef ds:uri="http://purl.org/dc/dcmitype/"/>
    <ds:schemaRef ds:uri="8dea0e01-13cf-4558-90d2-91da66b81ad9"/>
    <ds:schemaRef ds:uri="http://schemas.openxmlformats.org/package/2006/metadata/core-properties"/>
    <ds:schemaRef ds:uri="40e384aa-b4d0-4f78-a429-a8d988b5dec2"/>
    <ds:schemaRef ds:uri="http://schemas.microsoft.com/office/2006/metadata/properties"/>
  </ds:schemaRefs>
</ds:datastoreItem>
</file>

<file path=customXml/itemProps3.xml><?xml version="1.0" encoding="utf-8"?>
<ds:datastoreItem xmlns:ds="http://schemas.openxmlformats.org/officeDocument/2006/customXml" ds:itemID="{ED06EA39-5B2B-4777-A9B9-78C6DF56D15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EXL Powerpoint Template</Template>
  <TotalTime>4402</TotalTime>
  <Words>355</Words>
  <Application>Microsoft Office PowerPoint</Application>
  <PresentationFormat>Widescreen</PresentationFormat>
  <Paragraphs>29</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System Font Regular</vt:lpstr>
      <vt:lpstr>Office Theme</vt:lpstr>
      <vt:lpstr>AI Engineer/ Data Scientist (Offshore – India)</vt:lpstr>
    </vt:vector>
  </TitlesOfParts>
  <Company>EXL Service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Manish Bist</dc:creator>
  <cp:lastModifiedBy>Vaibhav Bansal</cp:lastModifiedBy>
  <cp:revision>179</cp:revision>
  <dcterms:created xsi:type="dcterms:W3CDTF">2022-03-08T14:50:22Z</dcterms:created>
  <dcterms:modified xsi:type="dcterms:W3CDTF">2026-08-17T18:04:21Z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0x0101006C94A73D6D76BB488C9601ABB843B24C</vt:lpwstr>
  </property>
  <property fmtid="{D5CDD505-2E9C-101B-9397-08002B2CF9AE}" pid="3" name="MediaServiceImageTags">
    <vt:lpwstr/>
  </property>
</Properties>
</file>